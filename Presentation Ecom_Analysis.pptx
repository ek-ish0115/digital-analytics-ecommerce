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1119" r:id="rId2"/>
    <p:sldId id="1497" r:id="rId3"/>
    <p:sldId id="1518" r:id="rId4"/>
    <p:sldId id="1519" r:id="rId5"/>
    <p:sldId id="1520" r:id="rId6"/>
    <p:sldId id="1504" r:id="rId7"/>
    <p:sldId id="1524" r:id="rId8"/>
    <p:sldId id="1525" r:id="rId9"/>
    <p:sldId id="1523" r:id="rId10"/>
    <p:sldId id="1527" r:id="rId11"/>
    <p:sldId id="1526" r:id="rId12"/>
    <p:sldId id="1530" r:id="rId13"/>
    <p:sldId id="1535" r:id="rId14"/>
    <p:sldId id="1528" r:id="rId15"/>
    <p:sldId id="1529" r:id="rId16"/>
    <p:sldId id="1531" r:id="rId17"/>
    <p:sldId id="1534" r:id="rId18"/>
    <p:sldId id="1533" r:id="rId19"/>
    <p:sldId id="1536" r:id="rId20"/>
    <p:sldId id="153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FFF"/>
    <a:srgbClr val="CDFFFF"/>
    <a:srgbClr val="006666"/>
    <a:srgbClr val="FFFBFB"/>
    <a:srgbClr val="FFEFEF"/>
    <a:srgbClr val="666699"/>
    <a:srgbClr val="336699"/>
    <a:srgbClr val="FF9933"/>
    <a:srgbClr val="FFFF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B3FF6E-9745-CE23-4D92-DAFD3E119D36}" v="3340" dt="2026-05-05T22:31:49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26" autoAdjust="0"/>
  </p:normalViewPr>
  <p:slideViewPr>
    <p:cSldViewPr snapToGrid="0">
      <p:cViewPr varScale="1">
        <p:scale>
          <a:sx n="59" d="100"/>
          <a:sy n="59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 balyan" userId="b58c3dbcc75ad324" providerId="Windows Live" clId="Web-{B0B3FF6E-9745-CE23-4D92-DAFD3E119D36}"/>
    <pc:docChg chg="addSld delSld modSld">
      <pc:chgData name="dev balyan" userId="b58c3dbcc75ad324" providerId="Windows Live" clId="Web-{B0B3FF6E-9745-CE23-4D92-DAFD3E119D36}" dt="2026-05-05T22:31:49.813" v="2357" actId="1076"/>
      <pc:docMkLst>
        <pc:docMk/>
      </pc:docMkLst>
      <pc:sldChg chg="del">
        <pc:chgData name="dev balyan" userId="b58c3dbcc75ad324" providerId="Windows Live" clId="Web-{B0B3FF6E-9745-CE23-4D92-DAFD3E119D36}" dt="2026-05-05T21:04:58.567" v="39"/>
        <pc:sldMkLst>
          <pc:docMk/>
          <pc:sldMk cId="3656772840" sldId="301"/>
        </pc:sldMkLst>
      </pc:sldChg>
      <pc:sldChg chg="modSp">
        <pc:chgData name="dev balyan" userId="b58c3dbcc75ad324" providerId="Windows Live" clId="Web-{B0B3FF6E-9745-CE23-4D92-DAFD3E119D36}" dt="2026-05-05T21:03:28.767" v="36" actId="14100"/>
        <pc:sldMkLst>
          <pc:docMk/>
          <pc:sldMk cId="3071345316" sldId="1119"/>
        </pc:sldMkLst>
        <pc:spChg chg="mod">
          <ac:chgData name="dev balyan" userId="b58c3dbcc75ad324" providerId="Windows Live" clId="Web-{B0B3FF6E-9745-CE23-4D92-DAFD3E119D36}" dt="2026-05-05T21:03:28.767" v="36" actId="14100"/>
          <ac:spMkLst>
            <pc:docMk/>
            <pc:sldMk cId="3071345316" sldId="1119"/>
            <ac:spMk id="2" creationId="{566CF642-B155-3EAA-0E23-97793C0E3936}"/>
          </ac:spMkLst>
        </pc:spChg>
      </pc:sldChg>
      <pc:sldChg chg="del">
        <pc:chgData name="dev balyan" userId="b58c3dbcc75ad324" providerId="Windows Live" clId="Web-{B0B3FF6E-9745-CE23-4D92-DAFD3E119D36}" dt="2026-05-05T21:04:53.035" v="38"/>
        <pc:sldMkLst>
          <pc:docMk/>
          <pc:sldMk cId="2708497484" sldId="1496"/>
        </pc:sldMkLst>
      </pc:sldChg>
      <pc:sldChg chg="add">
        <pc:chgData name="dev balyan" userId="b58c3dbcc75ad324" providerId="Windows Live" clId="Web-{B0B3FF6E-9745-CE23-4D92-DAFD3E119D36}" dt="2026-05-05T21:04:50.441" v="37"/>
        <pc:sldMkLst>
          <pc:docMk/>
          <pc:sldMk cId="2867987116" sldId="1497"/>
        </pc:sldMkLst>
      </pc:sldChg>
      <pc:sldChg chg="add">
        <pc:chgData name="dev balyan" userId="b58c3dbcc75ad324" providerId="Windows Live" clId="Web-{B0B3FF6E-9745-CE23-4D92-DAFD3E119D36}" dt="2026-05-05T21:05:11.411" v="40"/>
        <pc:sldMkLst>
          <pc:docMk/>
          <pc:sldMk cId="3812444089" sldId="1503"/>
        </pc:sldMkLst>
      </pc:sldChg>
      <pc:sldChg chg="addSp delSp modSp new">
        <pc:chgData name="dev balyan" userId="b58c3dbcc75ad324" providerId="Windows Live" clId="Web-{B0B3FF6E-9745-CE23-4D92-DAFD3E119D36}" dt="2026-05-05T21:34:07.969" v="967" actId="20577"/>
        <pc:sldMkLst>
          <pc:docMk/>
          <pc:sldMk cId="3122658473" sldId="1504"/>
        </pc:sldMkLst>
        <pc:spChg chg="mod">
          <ac:chgData name="dev balyan" userId="b58c3dbcc75ad324" providerId="Windows Live" clId="Web-{B0B3FF6E-9745-CE23-4D92-DAFD3E119D36}" dt="2026-05-05T21:08:50.026" v="46" actId="1076"/>
          <ac:spMkLst>
            <pc:docMk/>
            <pc:sldMk cId="3122658473" sldId="1504"/>
            <ac:spMk id="2" creationId="{0AFB1A2D-C1BE-A869-CE23-ACB7026314AF}"/>
          </ac:spMkLst>
        </pc:spChg>
        <pc:spChg chg="mod">
          <ac:chgData name="dev balyan" userId="b58c3dbcc75ad324" providerId="Windows Live" clId="Web-{B0B3FF6E-9745-CE23-4D92-DAFD3E119D36}" dt="2026-05-05T21:08:37.525" v="43" actId="1076"/>
          <ac:spMkLst>
            <pc:docMk/>
            <pc:sldMk cId="3122658473" sldId="1504"/>
            <ac:spMk id="3" creationId="{E512C634-6D44-CF22-11E6-1EC7B710DED3}"/>
          </ac:spMkLst>
        </pc:spChg>
        <pc:spChg chg="add del mod">
          <ac:chgData name="dev balyan" userId="b58c3dbcc75ad324" providerId="Windows Live" clId="Web-{B0B3FF6E-9745-CE23-4D92-DAFD3E119D36}" dt="2026-05-05T21:33:14.509" v="956"/>
          <ac:spMkLst>
            <pc:docMk/>
            <pc:sldMk cId="3122658473" sldId="1504"/>
            <ac:spMk id="7" creationId="{50B0F57D-C0FE-FEFD-094B-8456623EA178}"/>
          </ac:spMkLst>
        </pc:spChg>
        <pc:spChg chg="add mod">
          <ac:chgData name="dev balyan" userId="b58c3dbcc75ad324" providerId="Windows Live" clId="Web-{B0B3FF6E-9745-CE23-4D92-DAFD3E119D36}" dt="2026-05-05T21:34:07.969" v="967" actId="20577"/>
          <ac:spMkLst>
            <pc:docMk/>
            <pc:sldMk cId="3122658473" sldId="1504"/>
            <ac:spMk id="8" creationId="{508A5730-B0A1-4D06-6582-DF004BF12479}"/>
          </ac:spMkLst>
        </pc:spChg>
        <pc:graphicFrameChg chg="add mod modGraphic">
          <ac:chgData name="dev balyan" userId="b58c3dbcc75ad324" providerId="Windows Live" clId="Web-{B0B3FF6E-9745-CE23-4D92-DAFD3E119D36}" dt="2026-05-05T21:10:54.560" v="114" actId="1076"/>
          <ac:graphicFrameMkLst>
            <pc:docMk/>
            <pc:sldMk cId="3122658473" sldId="1504"/>
            <ac:graphicFrameMk id="4" creationId="{52E5D811-5B6E-323E-F74F-49DB1C965C51}"/>
          </ac:graphicFrameMkLst>
        </pc:graphicFrameChg>
        <pc:graphicFrameChg chg="add mod modGraphic">
          <ac:chgData name="dev balyan" userId="b58c3dbcc75ad324" providerId="Windows Live" clId="Web-{B0B3FF6E-9745-CE23-4D92-DAFD3E119D36}" dt="2026-05-05T21:14:34.264" v="459"/>
          <ac:graphicFrameMkLst>
            <pc:docMk/>
            <pc:sldMk cId="3122658473" sldId="1504"/>
            <ac:graphicFrameMk id="5" creationId="{77F66F1F-6FF3-E131-9C07-260DDE3C3055}"/>
          </ac:graphicFrameMkLst>
        </pc:graphicFrameChg>
        <pc:graphicFrameChg chg="add mod modGraphic">
          <ac:chgData name="dev balyan" userId="b58c3dbcc75ad324" providerId="Windows Live" clId="Web-{B0B3FF6E-9745-CE23-4D92-DAFD3E119D36}" dt="2026-05-05T21:16:23.329" v="593"/>
          <ac:graphicFrameMkLst>
            <pc:docMk/>
            <pc:sldMk cId="3122658473" sldId="1504"/>
            <ac:graphicFrameMk id="6" creationId="{BF2DA141-7A3A-20B7-CB3D-C38DB333E2AB}"/>
          </ac:graphicFrameMkLst>
        </pc:graphicFrameChg>
      </pc:sldChg>
      <pc:sldChg chg="addSp delSp modSp new">
        <pc:chgData name="dev balyan" userId="b58c3dbcc75ad324" providerId="Windows Live" clId="Web-{B0B3FF6E-9745-CE23-4D92-DAFD3E119D36}" dt="2026-05-05T21:26:15.301" v="799" actId="20577"/>
        <pc:sldMkLst>
          <pc:docMk/>
          <pc:sldMk cId="3677041360" sldId="1505"/>
        </pc:sldMkLst>
        <pc:spChg chg="mod">
          <ac:chgData name="dev balyan" userId="b58c3dbcc75ad324" providerId="Windows Live" clId="Web-{B0B3FF6E-9745-CE23-4D92-DAFD3E119D36}" dt="2026-05-05T21:18:18.789" v="614" actId="1076"/>
          <ac:spMkLst>
            <pc:docMk/>
            <pc:sldMk cId="3677041360" sldId="1505"/>
            <ac:spMk id="2" creationId="{BD0F7B4C-B2E9-F257-D797-3CDE6210D11B}"/>
          </ac:spMkLst>
        </pc:spChg>
        <pc:spChg chg="mod">
          <ac:chgData name="dev balyan" userId="b58c3dbcc75ad324" providerId="Windows Live" clId="Web-{B0B3FF6E-9745-CE23-4D92-DAFD3E119D36}" dt="2026-05-05T21:18:13.398" v="612" actId="1076"/>
          <ac:spMkLst>
            <pc:docMk/>
            <pc:sldMk cId="3677041360" sldId="1505"/>
            <ac:spMk id="3" creationId="{FFBB3BB1-3152-00E0-6B26-510C5A963E61}"/>
          </ac:spMkLst>
        </pc:spChg>
        <pc:spChg chg="add del mod">
          <ac:chgData name="dev balyan" userId="b58c3dbcc75ad324" providerId="Windows Live" clId="Web-{B0B3FF6E-9745-CE23-4D92-DAFD3E119D36}" dt="2026-05-05T21:18:49.431" v="617"/>
          <ac:spMkLst>
            <pc:docMk/>
            <pc:sldMk cId="3677041360" sldId="1505"/>
            <ac:spMk id="4" creationId="{1AEE3B17-2DFB-2643-8E57-2E8358B4E8E7}"/>
          </ac:spMkLst>
        </pc:spChg>
        <pc:spChg chg="add del mod">
          <ac:chgData name="dev balyan" userId="b58c3dbcc75ad324" providerId="Windows Live" clId="Web-{B0B3FF6E-9745-CE23-4D92-DAFD3E119D36}" dt="2026-05-05T21:19:55.168" v="634"/>
          <ac:spMkLst>
            <pc:docMk/>
            <pc:sldMk cId="3677041360" sldId="1505"/>
            <ac:spMk id="5" creationId="{2B41B44D-F021-2F2C-45E2-4EBB3F807B4C}"/>
          </ac:spMkLst>
        </pc:spChg>
        <pc:spChg chg="add del mod">
          <ac:chgData name="dev balyan" userId="b58c3dbcc75ad324" providerId="Windows Live" clId="Web-{B0B3FF6E-9745-CE23-4D92-DAFD3E119D36}" dt="2026-05-05T21:20:14.778" v="638"/>
          <ac:spMkLst>
            <pc:docMk/>
            <pc:sldMk cId="3677041360" sldId="1505"/>
            <ac:spMk id="6" creationId="{FCE64C7B-CDC8-BBB4-3218-DE8DBA6396DB}"/>
          </ac:spMkLst>
        </pc:spChg>
        <pc:spChg chg="add del mod">
          <ac:chgData name="dev balyan" userId="b58c3dbcc75ad324" providerId="Windows Live" clId="Web-{B0B3FF6E-9745-CE23-4D92-DAFD3E119D36}" dt="2026-05-05T21:20:42.794" v="642"/>
          <ac:spMkLst>
            <pc:docMk/>
            <pc:sldMk cId="3677041360" sldId="1505"/>
            <ac:spMk id="7" creationId="{95DFDAAA-0447-FC45-80E9-51A9650715E8}"/>
          </ac:spMkLst>
        </pc:spChg>
        <pc:spChg chg="add mod">
          <ac:chgData name="dev balyan" userId="b58c3dbcc75ad324" providerId="Windows Live" clId="Web-{B0B3FF6E-9745-CE23-4D92-DAFD3E119D36}" dt="2026-05-05T21:21:29.608" v="658" actId="1076"/>
          <ac:spMkLst>
            <pc:docMk/>
            <pc:sldMk cId="3677041360" sldId="1505"/>
            <ac:spMk id="8" creationId="{E7295556-C540-CE48-8175-5CE3F8299BE5}"/>
          </ac:spMkLst>
        </pc:spChg>
        <pc:spChg chg="add mod">
          <ac:chgData name="dev balyan" userId="b58c3dbcc75ad324" providerId="Windows Live" clId="Web-{B0B3FF6E-9745-CE23-4D92-DAFD3E119D36}" dt="2026-05-05T21:23:25.251" v="723" actId="20577"/>
          <ac:spMkLst>
            <pc:docMk/>
            <pc:sldMk cId="3677041360" sldId="1505"/>
            <ac:spMk id="9" creationId="{209E57DE-FD7F-ABD3-1E6E-9F9A856D9A7B}"/>
          </ac:spMkLst>
        </pc:spChg>
        <pc:spChg chg="add mod">
          <ac:chgData name="dev balyan" userId="b58c3dbcc75ad324" providerId="Windows Live" clId="Web-{B0B3FF6E-9745-CE23-4D92-DAFD3E119D36}" dt="2026-05-05T21:26:15.301" v="799" actId="20577"/>
          <ac:spMkLst>
            <pc:docMk/>
            <pc:sldMk cId="3677041360" sldId="1505"/>
            <ac:spMk id="10" creationId="{152C0BE2-FEFF-9ECC-A855-27564E6AE131}"/>
          </ac:spMkLst>
        </pc:spChg>
      </pc:sldChg>
      <pc:sldChg chg="addSp modSp new">
        <pc:chgData name="dev balyan" userId="b58c3dbcc75ad324" providerId="Windows Live" clId="Web-{B0B3FF6E-9745-CE23-4D92-DAFD3E119D36}" dt="2026-05-05T21:31:44.085" v="946"/>
        <pc:sldMkLst>
          <pc:docMk/>
          <pc:sldMk cId="2720112172" sldId="1506"/>
        </pc:sldMkLst>
        <pc:spChg chg="mod">
          <ac:chgData name="dev balyan" userId="b58c3dbcc75ad324" providerId="Windows Live" clId="Web-{B0B3FF6E-9745-CE23-4D92-DAFD3E119D36}" dt="2026-05-05T21:26:55.223" v="803" actId="1076"/>
          <ac:spMkLst>
            <pc:docMk/>
            <pc:sldMk cId="2720112172" sldId="1506"/>
            <ac:spMk id="2" creationId="{A13AE250-4D41-3CF4-6C8F-7B7432936E4E}"/>
          </ac:spMkLst>
        </pc:spChg>
        <pc:spChg chg="mod">
          <ac:chgData name="dev balyan" userId="b58c3dbcc75ad324" providerId="Windows Live" clId="Web-{B0B3FF6E-9745-CE23-4D92-DAFD3E119D36}" dt="2026-05-05T21:26:46.692" v="801" actId="1076"/>
          <ac:spMkLst>
            <pc:docMk/>
            <pc:sldMk cId="2720112172" sldId="1506"/>
            <ac:spMk id="3" creationId="{B36A2300-4924-AEE3-D740-61DF96A73AD5}"/>
          </ac:spMkLst>
        </pc:spChg>
        <pc:spChg chg="add mod">
          <ac:chgData name="dev balyan" userId="b58c3dbcc75ad324" providerId="Windows Live" clId="Web-{B0B3FF6E-9745-CE23-4D92-DAFD3E119D36}" dt="2026-05-05T21:28:19.443" v="831" actId="1076"/>
          <ac:spMkLst>
            <pc:docMk/>
            <pc:sldMk cId="2720112172" sldId="1506"/>
            <ac:spMk id="4" creationId="{5A756A46-5E0F-CAE1-40B9-2D7E95126A30}"/>
          </ac:spMkLst>
        </pc:spChg>
        <pc:spChg chg="add mod">
          <ac:chgData name="dev balyan" userId="b58c3dbcc75ad324" providerId="Windows Live" clId="Web-{B0B3FF6E-9745-CE23-4D92-DAFD3E119D36}" dt="2026-05-05T21:28:25.459" v="832" actId="1076"/>
          <ac:spMkLst>
            <pc:docMk/>
            <pc:sldMk cId="2720112172" sldId="1506"/>
            <ac:spMk id="5" creationId="{D6AC9CF6-1924-45FB-2E9D-5C7382E7AB90}"/>
          </ac:spMkLst>
        </pc:spChg>
        <pc:spChg chg="add mod">
          <ac:chgData name="dev balyan" userId="b58c3dbcc75ad324" providerId="Windows Live" clId="Web-{B0B3FF6E-9745-CE23-4D92-DAFD3E119D36}" dt="2026-05-05T21:31:14.429" v="943" actId="20577"/>
          <ac:spMkLst>
            <pc:docMk/>
            <pc:sldMk cId="2720112172" sldId="1506"/>
            <ac:spMk id="6" creationId="{83BD79CF-F435-E18A-12D2-55E6F5F15712}"/>
          </ac:spMkLst>
        </pc:spChg>
        <pc:spChg chg="add mod">
          <ac:chgData name="dev balyan" userId="b58c3dbcc75ad324" providerId="Windows Live" clId="Web-{B0B3FF6E-9745-CE23-4D92-DAFD3E119D36}" dt="2026-05-05T21:31:12.726" v="942" actId="20577"/>
          <ac:spMkLst>
            <pc:docMk/>
            <pc:sldMk cId="2720112172" sldId="1506"/>
            <ac:spMk id="7" creationId="{6AF574F8-FD86-A330-3644-7D14AE01E4B8}"/>
          </ac:spMkLst>
        </pc:spChg>
        <pc:spChg chg="add mod">
          <ac:chgData name="dev balyan" userId="b58c3dbcc75ad324" providerId="Windows Live" clId="Web-{B0B3FF6E-9745-CE23-4D92-DAFD3E119D36}" dt="2026-05-05T21:31:44.085" v="946"/>
          <ac:spMkLst>
            <pc:docMk/>
            <pc:sldMk cId="2720112172" sldId="1506"/>
            <ac:spMk id="8" creationId="{1D07E0A9-D5D9-0961-C968-4763E13BEB8F}"/>
          </ac:spMkLst>
        </pc:spChg>
      </pc:sldChg>
      <pc:sldChg chg="addSp delSp modSp new">
        <pc:chgData name="dev balyan" userId="b58c3dbcc75ad324" providerId="Windows Live" clId="Web-{B0B3FF6E-9745-CE23-4D92-DAFD3E119D36}" dt="2026-05-05T21:52:13.702" v="1461" actId="1076"/>
        <pc:sldMkLst>
          <pc:docMk/>
          <pc:sldMk cId="2941703714" sldId="1507"/>
        </pc:sldMkLst>
        <pc:spChg chg="mod">
          <ac:chgData name="dev balyan" userId="b58c3dbcc75ad324" providerId="Windows Live" clId="Web-{B0B3FF6E-9745-CE23-4D92-DAFD3E119D36}" dt="2026-05-05T21:33:00.429" v="952" actId="1076"/>
          <ac:spMkLst>
            <pc:docMk/>
            <pc:sldMk cId="2941703714" sldId="1507"/>
            <ac:spMk id="2" creationId="{286C09C8-629C-723B-672E-79AE121F9C0C}"/>
          </ac:spMkLst>
        </pc:spChg>
        <pc:spChg chg="mod">
          <ac:chgData name="dev balyan" userId="b58c3dbcc75ad324" providerId="Windows Live" clId="Web-{B0B3FF6E-9745-CE23-4D92-DAFD3E119D36}" dt="2026-05-05T21:32:39.429" v="949" actId="1076"/>
          <ac:spMkLst>
            <pc:docMk/>
            <pc:sldMk cId="2941703714" sldId="1507"/>
            <ac:spMk id="3" creationId="{D6AD0915-0785-3781-DAF3-233793A11714}"/>
          </ac:spMkLst>
        </pc:spChg>
        <pc:spChg chg="add mod">
          <ac:chgData name="dev balyan" userId="b58c3dbcc75ad324" providerId="Windows Live" clId="Web-{B0B3FF6E-9745-CE23-4D92-DAFD3E119D36}" dt="2026-05-05T21:38:19.238" v="1071" actId="1076"/>
          <ac:spMkLst>
            <pc:docMk/>
            <pc:sldMk cId="2941703714" sldId="1507"/>
            <ac:spMk id="4" creationId="{0AC919E9-2C10-CC57-066A-197F9D8E884D}"/>
          </ac:spMkLst>
        </pc:spChg>
        <pc:spChg chg="add mod">
          <ac:chgData name="dev balyan" userId="b58c3dbcc75ad324" providerId="Windows Live" clId="Web-{B0B3FF6E-9745-CE23-4D92-DAFD3E119D36}" dt="2026-05-05T21:51:46.059" v="1457" actId="1076"/>
          <ac:spMkLst>
            <pc:docMk/>
            <pc:sldMk cId="2941703714" sldId="1507"/>
            <ac:spMk id="5" creationId="{B68596CE-5EE1-3953-E4B8-9E64A8728DA1}"/>
          </ac:spMkLst>
        </pc:spChg>
        <pc:spChg chg="add mod">
          <ac:chgData name="dev balyan" userId="b58c3dbcc75ad324" providerId="Windows Live" clId="Web-{B0B3FF6E-9745-CE23-4D92-DAFD3E119D36}" dt="2026-05-05T21:51:51.638" v="1458" actId="1076"/>
          <ac:spMkLst>
            <pc:docMk/>
            <pc:sldMk cId="2941703714" sldId="1507"/>
            <ac:spMk id="6" creationId="{222A360E-0ECD-DBB2-DFA1-DFF3F47411E0}"/>
          </ac:spMkLst>
        </pc:spChg>
        <pc:spChg chg="add mod">
          <ac:chgData name="dev balyan" userId="b58c3dbcc75ad324" providerId="Windows Live" clId="Web-{B0B3FF6E-9745-CE23-4D92-DAFD3E119D36}" dt="2026-05-05T21:51:56.825" v="1459" actId="1076"/>
          <ac:spMkLst>
            <pc:docMk/>
            <pc:sldMk cId="2941703714" sldId="1507"/>
            <ac:spMk id="7" creationId="{437285F2-6998-4D93-028F-B426FFD185D8}"/>
          </ac:spMkLst>
        </pc:spChg>
        <pc:spChg chg="add mod">
          <ac:chgData name="dev balyan" userId="b58c3dbcc75ad324" providerId="Windows Live" clId="Web-{B0B3FF6E-9745-CE23-4D92-DAFD3E119D36}" dt="2026-05-05T21:52:03.107" v="1460" actId="1076"/>
          <ac:spMkLst>
            <pc:docMk/>
            <pc:sldMk cId="2941703714" sldId="1507"/>
            <ac:spMk id="8" creationId="{BACAAD6D-4138-72E3-3AAD-BCDAB7B8ED92}"/>
          </ac:spMkLst>
        </pc:spChg>
        <pc:spChg chg="add mod">
          <ac:chgData name="dev balyan" userId="b58c3dbcc75ad324" providerId="Windows Live" clId="Web-{B0B3FF6E-9745-CE23-4D92-DAFD3E119D36}" dt="2026-05-05T21:51:40.465" v="1456" actId="1076"/>
          <ac:spMkLst>
            <pc:docMk/>
            <pc:sldMk cId="2941703714" sldId="1507"/>
            <ac:spMk id="9" creationId="{C21F7741-2845-F81B-2E65-1687AE75DA76}"/>
          </ac:spMkLst>
        </pc:spChg>
        <pc:spChg chg="add del">
          <ac:chgData name="dev balyan" userId="b58c3dbcc75ad324" providerId="Windows Live" clId="Web-{B0B3FF6E-9745-CE23-4D92-DAFD3E119D36}" dt="2026-05-05T21:43:26.436" v="1224"/>
          <ac:spMkLst>
            <pc:docMk/>
            <pc:sldMk cId="2941703714" sldId="1507"/>
            <ac:spMk id="10" creationId="{361D558F-ABDD-9D75-1CB2-DF324FB0675C}"/>
          </ac:spMkLst>
        </pc:spChg>
        <pc:spChg chg="add mod">
          <ac:chgData name="dev balyan" userId="b58c3dbcc75ad324" providerId="Windows Live" clId="Web-{B0B3FF6E-9745-CE23-4D92-DAFD3E119D36}" dt="2026-05-05T21:52:13.702" v="1461" actId="1076"/>
          <ac:spMkLst>
            <pc:docMk/>
            <pc:sldMk cId="2941703714" sldId="1507"/>
            <ac:spMk id="11" creationId="{214280FD-4F17-5314-EDB3-6F6FF44E14AB}"/>
          </ac:spMkLst>
        </pc:spChg>
        <pc:spChg chg="add del mod">
          <ac:chgData name="dev balyan" userId="b58c3dbcc75ad324" providerId="Windows Live" clId="Web-{B0B3FF6E-9745-CE23-4D92-DAFD3E119D36}" dt="2026-05-05T21:46:21.157" v="1288"/>
          <ac:spMkLst>
            <pc:docMk/>
            <pc:sldMk cId="2941703714" sldId="1507"/>
            <ac:spMk id="12" creationId="{AF1D627F-2F49-2FCB-8373-3C370133FE4B}"/>
          </ac:spMkLst>
        </pc:spChg>
        <pc:spChg chg="add mod">
          <ac:chgData name="dev balyan" userId="b58c3dbcc75ad324" providerId="Windows Live" clId="Web-{B0B3FF6E-9745-CE23-4D92-DAFD3E119D36}" dt="2026-05-05T21:51:34.652" v="1455" actId="1076"/>
          <ac:spMkLst>
            <pc:docMk/>
            <pc:sldMk cId="2941703714" sldId="1507"/>
            <ac:spMk id="13" creationId="{078B9625-E83A-7DA5-3CC1-A879D597E4CF}"/>
          </ac:spMkLst>
        </pc:spChg>
        <pc:spChg chg="add mod">
          <ac:chgData name="dev balyan" userId="b58c3dbcc75ad324" providerId="Windows Live" clId="Web-{B0B3FF6E-9745-CE23-4D92-DAFD3E119D36}" dt="2026-05-05T21:51:17.791" v="1453" actId="1076"/>
          <ac:spMkLst>
            <pc:docMk/>
            <pc:sldMk cId="2941703714" sldId="1507"/>
            <ac:spMk id="14" creationId="{36C9DFB5-C65A-5EB4-6A68-10025D672354}"/>
          </ac:spMkLst>
        </pc:spChg>
      </pc:sldChg>
      <pc:sldChg chg="addSp modSp new">
        <pc:chgData name="dev balyan" userId="b58c3dbcc75ad324" providerId="Windows Live" clId="Web-{B0B3FF6E-9745-CE23-4D92-DAFD3E119D36}" dt="2026-05-05T21:51:03.634" v="1452"/>
        <pc:sldMkLst>
          <pc:docMk/>
          <pc:sldMk cId="2021332467" sldId="1508"/>
        </pc:sldMkLst>
        <pc:spChg chg="mod">
          <ac:chgData name="dev balyan" userId="b58c3dbcc75ad324" providerId="Windows Live" clId="Web-{B0B3FF6E-9745-CE23-4D92-DAFD3E119D36}" dt="2026-05-05T21:47:56.736" v="1335" actId="1076"/>
          <ac:spMkLst>
            <pc:docMk/>
            <pc:sldMk cId="2021332467" sldId="1508"/>
            <ac:spMk id="2" creationId="{556A68F8-BC7F-8ED9-053B-DEB6F382E154}"/>
          </ac:spMkLst>
        </pc:spChg>
        <pc:spChg chg="mod">
          <ac:chgData name="dev balyan" userId="b58c3dbcc75ad324" providerId="Windows Live" clId="Web-{B0B3FF6E-9745-CE23-4D92-DAFD3E119D36}" dt="2026-05-05T21:47:43.814" v="1333" actId="1076"/>
          <ac:spMkLst>
            <pc:docMk/>
            <pc:sldMk cId="2021332467" sldId="1508"/>
            <ac:spMk id="3" creationId="{A37652E7-972B-2952-3F09-A7B00781AFDC}"/>
          </ac:spMkLst>
        </pc:spChg>
        <pc:spChg chg="add mod">
          <ac:chgData name="dev balyan" userId="b58c3dbcc75ad324" providerId="Windows Live" clId="Web-{B0B3FF6E-9745-CE23-4D92-DAFD3E119D36}" dt="2026-05-05T21:48:54.190" v="1350" actId="1076"/>
          <ac:spMkLst>
            <pc:docMk/>
            <pc:sldMk cId="2021332467" sldId="1508"/>
            <ac:spMk id="4" creationId="{2CFA5899-A261-6988-2E63-72328B722906}"/>
          </ac:spMkLst>
        </pc:spChg>
        <pc:spChg chg="add mod">
          <ac:chgData name="dev balyan" userId="b58c3dbcc75ad324" providerId="Windows Live" clId="Web-{B0B3FF6E-9745-CE23-4D92-DAFD3E119D36}" dt="2026-05-05T21:50:41.522" v="1449" actId="20577"/>
          <ac:spMkLst>
            <pc:docMk/>
            <pc:sldMk cId="2021332467" sldId="1508"/>
            <ac:spMk id="5" creationId="{F82414D7-2C5A-EBF2-25B6-8A0FBE91BE58}"/>
          </ac:spMkLst>
        </pc:spChg>
        <pc:spChg chg="add mod">
          <ac:chgData name="dev balyan" userId="b58c3dbcc75ad324" providerId="Windows Live" clId="Web-{B0B3FF6E-9745-CE23-4D92-DAFD3E119D36}" dt="2026-05-05T21:51:03.634" v="1452"/>
          <ac:spMkLst>
            <pc:docMk/>
            <pc:sldMk cId="2021332467" sldId="1508"/>
            <ac:spMk id="6" creationId="{EB978DE6-62AC-1298-ECC5-8041A67A4AA2}"/>
          </ac:spMkLst>
        </pc:spChg>
      </pc:sldChg>
      <pc:sldChg chg="addSp modSp new">
        <pc:chgData name="dev balyan" userId="b58c3dbcc75ad324" providerId="Windows Live" clId="Web-{B0B3FF6E-9745-CE23-4D92-DAFD3E119D36}" dt="2026-05-05T21:59:08.327" v="1647"/>
        <pc:sldMkLst>
          <pc:docMk/>
          <pc:sldMk cId="1336369026" sldId="1509"/>
        </pc:sldMkLst>
        <pc:spChg chg="mod">
          <ac:chgData name="dev balyan" userId="b58c3dbcc75ad324" providerId="Windows Live" clId="Web-{B0B3FF6E-9745-CE23-4D92-DAFD3E119D36}" dt="2026-05-05T21:53:07.689" v="1466" actId="1076"/>
          <ac:spMkLst>
            <pc:docMk/>
            <pc:sldMk cId="1336369026" sldId="1509"/>
            <ac:spMk id="2" creationId="{CCB17D20-20BA-29E6-41AC-CDE5F9E56129}"/>
          </ac:spMkLst>
        </pc:spChg>
        <pc:spChg chg="mod">
          <ac:chgData name="dev balyan" userId="b58c3dbcc75ad324" providerId="Windows Live" clId="Web-{B0B3FF6E-9745-CE23-4D92-DAFD3E119D36}" dt="2026-05-05T21:53:00.455" v="1464" actId="1076"/>
          <ac:spMkLst>
            <pc:docMk/>
            <pc:sldMk cId="1336369026" sldId="1509"/>
            <ac:spMk id="3" creationId="{CAA47B0A-935E-E104-C3C8-0C4D3A29E5E1}"/>
          </ac:spMkLst>
        </pc:spChg>
        <pc:spChg chg="add mod">
          <ac:chgData name="dev balyan" userId="b58c3dbcc75ad324" providerId="Windows Live" clId="Web-{B0B3FF6E-9745-CE23-4D92-DAFD3E119D36}" dt="2026-05-05T21:53:55.426" v="1485" actId="1076"/>
          <ac:spMkLst>
            <pc:docMk/>
            <pc:sldMk cId="1336369026" sldId="1509"/>
            <ac:spMk id="4" creationId="{CDFB0D92-F51F-0E83-998E-C07C58D1B45D}"/>
          </ac:spMkLst>
        </pc:spChg>
        <pc:spChg chg="add mod">
          <ac:chgData name="dev balyan" userId="b58c3dbcc75ad324" providerId="Windows Live" clId="Web-{B0B3FF6E-9745-CE23-4D92-DAFD3E119D36}" dt="2026-05-05T21:56:23.526" v="1529" actId="14100"/>
          <ac:spMkLst>
            <pc:docMk/>
            <pc:sldMk cId="1336369026" sldId="1509"/>
            <ac:spMk id="5" creationId="{C604F564-00BB-6746-2F18-D9341A52FF97}"/>
          </ac:spMkLst>
        </pc:spChg>
        <pc:spChg chg="add mod">
          <ac:chgData name="dev balyan" userId="b58c3dbcc75ad324" providerId="Windows Live" clId="Web-{B0B3FF6E-9745-CE23-4D92-DAFD3E119D36}" dt="2026-05-05T21:57:35.434" v="1593" actId="1076"/>
          <ac:spMkLst>
            <pc:docMk/>
            <pc:sldMk cId="1336369026" sldId="1509"/>
            <ac:spMk id="6" creationId="{39744322-03AE-F0BE-104E-824C425ACF55}"/>
          </ac:spMkLst>
        </pc:spChg>
        <pc:spChg chg="add mod">
          <ac:chgData name="dev balyan" userId="b58c3dbcc75ad324" providerId="Windows Live" clId="Web-{B0B3FF6E-9745-CE23-4D92-DAFD3E119D36}" dt="2026-05-05T21:58:41.858" v="1644" actId="1076"/>
          <ac:spMkLst>
            <pc:docMk/>
            <pc:sldMk cId="1336369026" sldId="1509"/>
            <ac:spMk id="7" creationId="{88CABBF9-345B-7A44-A097-652B4D91C98E}"/>
          </ac:spMkLst>
        </pc:spChg>
        <pc:spChg chg="add mod">
          <ac:chgData name="dev balyan" userId="b58c3dbcc75ad324" providerId="Windows Live" clId="Web-{B0B3FF6E-9745-CE23-4D92-DAFD3E119D36}" dt="2026-05-05T21:59:08.327" v="1647"/>
          <ac:spMkLst>
            <pc:docMk/>
            <pc:sldMk cId="1336369026" sldId="1509"/>
            <ac:spMk id="8" creationId="{5B90AA00-FFE0-DAE0-F95B-19988CE5E464}"/>
          </ac:spMkLst>
        </pc:spChg>
      </pc:sldChg>
      <pc:sldChg chg="modSp new">
        <pc:chgData name="dev balyan" userId="b58c3dbcc75ad324" providerId="Windows Live" clId="Web-{B0B3FF6E-9745-CE23-4D92-DAFD3E119D36}" dt="2026-05-05T22:00:07.609" v="1680" actId="20577"/>
        <pc:sldMkLst>
          <pc:docMk/>
          <pc:sldMk cId="264776436" sldId="1510"/>
        </pc:sldMkLst>
        <pc:spChg chg="mod">
          <ac:chgData name="dev balyan" userId="b58c3dbcc75ad324" providerId="Windows Live" clId="Web-{B0B3FF6E-9745-CE23-4D92-DAFD3E119D36}" dt="2026-05-05T22:00:07.609" v="1680" actId="20577"/>
          <ac:spMkLst>
            <pc:docMk/>
            <pc:sldMk cId="264776436" sldId="1510"/>
            <ac:spMk id="3" creationId="{DA944330-9B1B-2CE6-2681-1C11635E6356}"/>
          </ac:spMkLst>
        </pc:spChg>
      </pc:sldChg>
      <pc:sldChg chg="addSp modSp new">
        <pc:chgData name="dev balyan" userId="b58c3dbcc75ad324" providerId="Windows Live" clId="Web-{B0B3FF6E-9745-CE23-4D92-DAFD3E119D36}" dt="2026-05-05T22:05:18.550" v="1889" actId="1076"/>
        <pc:sldMkLst>
          <pc:docMk/>
          <pc:sldMk cId="2530098940" sldId="1511"/>
        </pc:sldMkLst>
        <pc:spChg chg="mod">
          <ac:chgData name="dev balyan" userId="b58c3dbcc75ad324" providerId="Windows Live" clId="Web-{B0B3FF6E-9745-CE23-4D92-DAFD3E119D36}" dt="2026-05-05T22:01:03.860" v="1685" actId="1076"/>
          <ac:spMkLst>
            <pc:docMk/>
            <pc:sldMk cId="2530098940" sldId="1511"/>
            <ac:spMk id="2" creationId="{CCD40DEA-4588-0C7E-5473-BF4B6CD44AF1}"/>
          </ac:spMkLst>
        </pc:spChg>
        <pc:spChg chg="mod">
          <ac:chgData name="dev balyan" userId="b58c3dbcc75ad324" providerId="Windows Live" clId="Web-{B0B3FF6E-9745-CE23-4D92-DAFD3E119D36}" dt="2026-05-05T22:00:56.813" v="1683" actId="1076"/>
          <ac:spMkLst>
            <pc:docMk/>
            <pc:sldMk cId="2530098940" sldId="1511"/>
            <ac:spMk id="3" creationId="{D132FEC6-16DF-3ECD-7B0E-7B2F9FAAACA9}"/>
          </ac:spMkLst>
        </pc:spChg>
        <pc:spChg chg="add mod">
          <ac:chgData name="dev balyan" userId="b58c3dbcc75ad324" providerId="Windows Live" clId="Web-{B0B3FF6E-9745-CE23-4D92-DAFD3E119D36}" dt="2026-05-05T22:02:08.533" v="1708" actId="14100"/>
          <ac:spMkLst>
            <pc:docMk/>
            <pc:sldMk cId="2530098940" sldId="1511"/>
            <ac:spMk id="4" creationId="{8E2C86A5-A1C7-933E-AC8B-174B5751F9D2}"/>
          </ac:spMkLst>
        </pc:spChg>
        <pc:spChg chg="add mod">
          <ac:chgData name="dev balyan" userId="b58c3dbcc75ad324" providerId="Windows Live" clId="Web-{B0B3FF6E-9745-CE23-4D92-DAFD3E119D36}" dt="2026-05-05T22:04:33.191" v="1866" actId="1076"/>
          <ac:spMkLst>
            <pc:docMk/>
            <pc:sldMk cId="2530098940" sldId="1511"/>
            <ac:spMk id="5" creationId="{329D0C29-7FA9-96BE-D6ED-EFC1023E8CE7}"/>
          </ac:spMkLst>
        </pc:spChg>
        <pc:spChg chg="add mod">
          <ac:chgData name="dev balyan" userId="b58c3dbcc75ad324" providerId="Windows Live" clId="Web-{B0B3FF6E-9745-CE23-4D92-DAFD3E119D36}" dt="2026-05-05T22:05:18.550" v="1889" actId="1076"/>
          <ac:spMkLst>
            <pc:docMk/>
            <pc:sldMk cId="2530098940" sldId="1511"/>
            <ac:spMk id="6" creationId="{4D378EDA-DC65-7B8F-CBBB-7E13AFB90CAB}"/>
          </ac:spMkLst>
        </pc:spChg>
      </pc:sldChg>
      <pc:sldChg chg="addSp delSp modSp new">
        <pc:chgData name="dev balyan" userId="b58c3dbcc75ad324" providerId="Windows Live" clId="Web-{B0B3FF6E-9745-CE23-4D92-DAFD3E119D36}" dt="2026-05-05T22:17:06.582" v="2186"/>
        <pc:sldMkLst>
          <pc:docMk/>
          <pc:sldMk cId="3610255516" sldId="1512"/>
        </pc:sldMkLst>
        <pc:spChg chg="mod">
          <ac:chgData name="dev balyan" userId="b58c3dbcc75ad324" providerId="Windows Live" clId="Web-{B0B3FF6E-9745-CE23-4D92-DAFD3E119D36}" dt="2026-05-05T22:06:07.489" v="1894" actId="1076"/>
          <ac:spMkLst>
            <pc:docMk/>
            <pc:sldMk cId="3610255516" sldId="1512"/>
            <ac:spMk id="2" creationId="{733F0E00-CE98-E8C3-B4EF-66617579E5BD}"/>
          </ac:spMkLst>
        </pc:spChg>
        <pc:spChg chg="mod">
          <ac:chgData name="dev balyan" userId="b58c3dbcc75ad324" providerId="Windows Live" clId="Web-{B0B3FF6E-9745-CE23-4D92-DAFD3E119D36}" dt="2026-05-05T22:05:55.910" v="1892" actId="1076"/>
          <ac:spMkLst>
            <pc:docMk/>
            <pc:sldMk cId="3610255516" sldId="1512"/>
            <ac:spMk id="3" creationId="{A391E1C7-EE68-CC64-E026-E5497EEF31F7}"/>
          </ac:spMkLst>
        </pc:spChg>
        <pc:spChg chg="add del mod">
          <ac:chgData name="dev balyan" userId="b58c3dbcc75ad324" providerId="Windows Live" clId="Web-{B0B3FF6E-9745-CE23-4D92-DAFD3E119D36}" dt="2026-05-05T22:07:08.740" v="1908"/>
          <ac:spMkLst>
            <pc:docMk/>
            <pc:sldMk cId="3610255516" sldId="1512"/>
            <ac:spMk id="4" creationId="{C6317D69-F7A0-00FC-9C4F-34921A5D4754}"/>
          </ac:spMkLst>
        </pc:spChg>
        <pc:spChg chg="add mod">
          <ac:chgData name="dev balyan" userId="b58c3dbcc75ad324" providerId="Windows Live" clId="Web-{B0B3FF6E-9745-CE23-4D92-DAFD3E119D36}" dt="2026-05-05T22:07:51.026" v="1925" actId="1076"/>
          <ac:spMkLst>
            <pc:docMk/>
            <pc:sldMk cId="3610255516" sldId="1512"/>
            <ac:spMk id="5" creationId="{7C2DD0B8-DA36-058A-1C6D-50C29145BFFB}"/>
          </ac:spMkLst>
        </pc:spChg>
        <pc:spChg chg="add mod">
          <ac:chgData name="dev balyan" userId="b58c3dbcc75ad324" providerId="Windows Live" clId="Web-{B0B3FF6E-9745-CE23-4D92-DAFD3E119D36}" dt="2026-05-05T22:09:24.393" v="2013" actId="1076"/>
          <ac:spMkLst>
            <pc:docMk/>
            <pc:sldMk cId="3610255516" sldId="1512"/>
            <ac:spMk id="6" creationId="{3F3EE487-6DE4-15DD-852E-7FB0BC0D6701}"/>
          </ac:spMkLst>
        </pc:spChg>
        <pc:spChg chg="add mod">
          <ac:chgData name="dev balyan" userId="b58c3dbcc75ad324" providerId="Windows Live" clId="Web-{B0B3FF6E-9745-CE23-4D92-DAFD3E119D36}" dt="2026-05-05T22:11:15.274" v="2030" actId="1076"/>
          <ac:spMkLst>
            <pc:docMk/>
            <pc:sldMk cId="3610255516" sldId="1512"/>
            <ac:spMk id="7" creationId="{3EB53A60-6DB0-10B9-2A5E-86704557F04C}"/>
          </ac:spMkLst>
        </pc:spChg>
        <pc:spChg chg="add mod">
          <ac:chgData name="dev balyan" userId="b58c3dbcc75ad324" providerId="Windows Live" clId="Web-{B0B3FF6E-9745-CE23-4D92-DAFD3E119D36}" dt="2026-05-05T22:12:16.918" v="2061" actId="1076"/>
          <ac:spMkLst>
            <pc:docMk/>
            <pc:sldMk cId="3610255516" sldId="1512"/>
            <ac:spMk id="8" creationId="{1CC1827C-CA48-531F-472C-CE33B80A31E1}"/>
          </ac:spMkLst>
        </pc:spChg>
        <pc:spChg chg="add mod">
          <ac:chgData name="dev balyan" userId="b58c3dbcc75ad324" providerId="Windows Live" clId="Web-{B0B3FF6E-9745-CE23-4D92-DAFD3E119D36}" dt="2026-05-05T22:13:27.873" v="2112" actId="1076"/>
          <ac:spMkLst>
            <pc:docMk/>
            <pc:sldMk cId="3610255516" sldId="1512"/>
            <ac:spMk id="9" creationId="{991E3611-D70B-553C-7752-A0C597E683FF}"/>
          </ac:spMkLst>
        </pc:spChg>
        <pc:spChg chg="add mod">
          <ac:chgData name="dev balyan" userId="b58c3dbcc75ad324" providerId="Windows Live" clId="Web-{B0B3FF6E-9745-CE23-4D92-DAFD3E119D36}" dt="2026-05-05T22:15:54.706" v="2183" actId="1076"/>
          <ac:spMkLst>
            <pc:docMk/>
            <pc:sldMk cId="3610255516" sldId="1512"/>
            <ac:spMk id="10" creationId="{2A92D1B2-819E-080F-5AAB-796D2E2897DF}"/>
          </ac:spMkLst>
        </pc:spChg>
        <pc:spChg chg="add mod">
          <ac:chgData name="dev balyan" userId="b58c3dbcc75ad324" providerId="Windows Live" clId="Web-{B0B3FF6E-9745-CE23-4D92-DAFD3E119D36}" dt="2026-05-05T22:15:32.658" v="2181" actId="1076"/>
          <ac:spMkLst>
            <pc:docMk/>
            <pc:sldMk cId="3610255516" sldId="1512"/>
            <ac:spMk id="11" creationId="{0B16A730-DBAC-A273-4476-76B0D0072208}"/>
          </ac:spMkLst>
        </pc:spChg>
        <pc:spChg chg="add mod">
          <ac:chgData name="dev balyan" userId="b58c3dbcc75ad324" providerId="Windows Live" clId="Web-{B0B3FF6E-9745-CE23-4D92-DAFD3E119D36}" dt="2026-05-05T22:17:06.582" v="2186"/>
          <ac:spMkLst>
            <pc:docMk/>
            <pc:sldMk cId="3610255516" sldId="1512"/>
            <ac:spMk id="12" creationId="{024B80B7-FEB0-E132-960C-37E8A1777799}"/>
          </ac:spMkLst>
        </pc:spChg>
      </pc:sldChg>
      <pc:sldChg chg="modSp new">
        <pc:chgData name="dev balyan" userId="b58c3dbcc75ad324" providerId="Windows Live" clId="Web-{B0B3FF6E-9745-CE23-4D92-DAFD3E119D36}" dt="2026-05-05T22:18:08.489" v="2210" actId="20577"/>
        <pc:sldMkLst>
          <pc:docMk/>
          <pc:sldMk cId="3322370392" sldId="1513"/>
        </pc:sldMkLst>
        <pc:spChg chg="mod">
          <ac:chgData name="dev balyan" userId="b58c3dbcc75ad324" providerId="Windows Live" clId="Web-{B0B3FF6E-9745-CE23-4D92-DAFD3E119D36}" dt="2026-05-05T22:18:08.489" v="2210" actId="20577"/>
          <ac:spMkLst>
            <pc:docMk/>
            <pc:sldMk cId="3322370392" sldId="1513"/>
            <ac:spMk id="3" creationId="{14EF3BB4-8D49-27CB-10ED-31697EA55FB7}"/>
          </ac:spMkLst>
        </pc:spChg>
      </pc:sldChg>
      <pc:sldChg chg="addSp modSp new">
        <pc:chgData name="dev balyan" userId="b58c3dbcc75ad324" providerId="Windows Live" clId="Web-{B0B3FF6E-9745-CE23-4D92-DAFD3E119D36}" dt="2026-05-05T22:22:12.336" v="2254" actId="1076"/>
        <pc:sldMkLst>
          <pc:docMk/>
          <pc:sldMk cId="2102476889" sldId="1514"/>
        </pc:sldMkLst>
        <pc:spChg chg="mod">
          <ac:chgData name="dev balyan" userId="b58c3dbcc75ad324" providerId="Windows Live" clId="Web-{B0B3FF6E-9745-CE23-4D92-DAFD3E119D36}" dt="2026-05-05T22:18:38.802" v="2215" actId="1076"/>
          <ac:spMkLst>
            <pc:docMk/>
            <pc:sldMk cId="2102476889" sldId="1514"/>
            <ac:spMk id="2" creationId="{1DE90281-06DA-048C-B5E8-E13773778546}"/>
          </ac:spMkLst>
        </pc:spChg>
        <pc:spChg chg="mod">
          <ac:chgData name="dev balyan" userId="b58c3dbcc75ad324" providerId="Windows Live" clId="Web-{B0B3FF6E-9745-CE23-4D92-DAFD3E119D36}" dt="2026-05-05T22:18:31.177" v="2213" actId="1076"/>
          <ac:spMkLst>
            <pc:docMk/>
            <pc:sldMk cId="2102476889" sldId="1514"/>
            <ac:spMk id="3" creationId="{DF3DE141-0EDA-A3F3-0D17-9534A4DCA3FE}"/>
          </ac:spMkLst>
        </pc:spChg>
        <pc:spChg chg="add mod">
          <ac:chgData name="dev balyan" userId="b58c3dbcc75ad324" providerId="Windows Live" clId="Web-{B0B3FF6E-9745-CE23-4D92-DAFD3E119D36}" dt="2026-05-05T22:19:35.569" v="2230" actId="14100"/>
          <ac:spMkLst>
            <pc:docMk/>
            <pc:sldMk cId="2102476889" sldId="1514"/>
            <ac:spMk id="4" creationId="{D55F782D-9D1A-1195-00E4-DE592D9713B3}"/>
          </ac:spMkLst>
        </pc:spChg>
        <pc:spChg chg="add mod">
          <ac:chgData name="dev balyan" userId="b58c3dbcc75ad324" providerId="Windows Live" clId="Web-{B0B3FF6E-9745-CE23-4D92-DAFD3E119D36}" dt="2026-05-05T22:21:33.398" v="2251" actId="20577"/>
          <ac:spMkLst>
            <pc:docMk/>
            <pc:sldMk cId="2102476889" sldId="1514"/>
            <ac:spMk id="5" creationId="{393CCF4B-0949-0169-7DE3-0E4B34B41981}"/>
          </ac:spMkLst>
        </pc:spChg>
        <pc:spChg chg="add mod">
          <ac:chgData name="dev balyan" userId="b58c3dbcc75ad324" providerId="Windows Live" clId="Web-{B0B3FF6E-9745-CE23-4D92-DAFD3E119D36}" dt="2026-05-05T22:22:12.336" v="2254" actId="1076"/>
          <ac:spMkLst>
            <pc:docMk/>
            <pc:sldMk cId="2102476889" sldId="1514"/>
            <ac:spMk id="6" creationId="{876ED93B-3631-BC1D-37F2-650670F5BC8F}"/>
          </ac:spMkLst>
        </pc:spChg>
      </pc:sldChg>
      <pc:sldChg chg="addSp modSp new">
        <pc:chgData name="dev balyan" userId="b58c3dbcc75ad324" providerId="Windows Live" clId="Web-{B0B3FF6E-9745-CE23-4D92-DAFD3E119D36}" dt="2026-05-05T22:25:02.091" v="2303" actId="1076"/>
        <pc:sldMkLst>
          <pc:docMk/>
          <pc:sldMk cId="456785275" sldId="1515"/>
        </pc:sldMkLst>
        <pc:spChg chg="mod">
          <ac:chgData name="dev balyan" userId="b58c3dbcc75ad324" providerId="Windows Live" clId="Web-{B0B3FF6E-9745-CE23-4D92-DAFD3E119D36}" dt="2026-05-05T22:23:03.165" v="2257" actId="1076"/>
          <ac:spMkLst>
            <pc:docMk/>
            <pc:sldMk cId="456785275" sldId="1515"/>
            <ac:spMk id="2" creationId="{F7A6021E-0F01-29F0-3691-86C9C7F4D5D0}"/>
          </ac:spMkLst>
        </pc:spChg>
        <pc:spChg chg="mod">
          <ac:chgData name="dev balyan" userId="b58c3dbcc75ad324" providerId="Windows Live" clId="Web-{B0B3FF6E-9745-CE23-4D92-DAFD3E119D36}" dt="2026-05-05T22:23:08.883" v="2259" actId="1076"/>
          <ac:spMkLst>
            <pc:docMk/>
            <pc:sldMk cId="456785275" sldId="1515"/>
            <ac:spMk id="3" creationId="{B3090466-5CF1-59FF-FA06-B2313B6A6C2E}"/>
          </ac:spMkLst>
        </pc:spChg>
        <pc:spChg chg="add mod">
          <ac:chgData name="dev balyan" userId="b58c3dbcc75ad324" providerId="Windows Live" clId="Web-{B0B3FF6E-9745-CE23-4D92-DAFD3E119D36}" dt="2026-05-05T22:23:50.040" v="2276" actId="1076"/>
          <ac:spMkLst>
            <pc:docMk/>
            <pc:sldMk cId="456785275" sldId="1515"/>
            <ac:spMk id="4" creationId="{5FBF68A6-F793-5A22-726E-EAEC62BFF96E}"/>
          </ac:spMkLst>
        </pc:spChg>
        <pc:spChg chg="add mod">
          <ac:chgData name="dev balyan" userId="b58c3dbcc75ad324" providerId="Windows Live" clId="Web-{B0B3FF6E-9745-CE23-4D92-DAFD3E119D36}" dt="2026-05-05T22:25:02.091" v="2303" actId="1076"/>
          <ac:spMkLst>
            <pc:docMk/>
            <pc:sldMk cId="456785275" sldId="1515"/>
            <ac:spMk id="5" creationId="{F5F27306-73AD-3581-5089-3B08FA83635E}"/>
          </ac:spMkLst>
        </pc:spChg>
      </pc:sldChg>
      <pc:sldChg chg="addSp modSp new">
        <pc:chgData name="dev balyan" userId="b58c3dbcc75ad324" providerId="Windows Live" clId="Web-{B0B3FF6E-9745-CE23-4D92-DAFD3E119D36}" dt="2026-05-05T22:27:29.132" v="2339" actId="20577"/>
        <pc:sldMkLst>
          <pc:docMk/>
          <pc:sldMk cId="3908790204" sldId="1516"/>
        </pc:sldMkLst>
        <pc:spChg chg="mod">
          <ac:chgData name="dev balyan" userId="b58c3dbcc75ad324" providerId="Windows Live" clId="Web-{B0B3FF6E-9745-CE23-4D92-DAFD3E119D36}" dt="2026-05-05T22:25:50.454" v="2306" actId="1076"/>
          <ac:spMkLst>
            <pc:docMk/>
            <pc:sldMk cId="3908790204" sldId="1516"/>
            <ac:spMk id="2" creationId="{AA004E39-B497-D7A0-8358-48DD87387A7F}"/>
          </ac:spMkLst>
        </pc:spChg>
        <pc:spChg chg="mod">
          <ac:chgData name="dev balyan" userId="b58c3dbcc75ad324" providerId="Windows Live" clId="Web-{B0B3FF6E-9745-CE23-4D92-DAFD3E119D36}" dt="2026-05-05T22:25:55.033" v="2307" actId="1076"/>
          <ac:spMkLst>
            <pc:docMk/>
            <pc:sldMk cId="3908790204" sldId="1516"/>
            <ac:spMk id="3" creationId="{03672E00-7A98-BE5C-2E6B-A5AC56875081}"/>
          </ac:spMkLst>
        </pc:spChg>
        <pc:spChg chg="add mod">
          <ac:chgData name="dev balyan" userId="b58c3dbcc75ad324" providerId="Windows Live" clId="Web-{B0B3FF6E-9745-CE23-4D92-DAFD3E119D36}" dt="2026-05-05T22:26:40.583" v="2322" actId="14100"/>
          <ac:spMkLst>
            <pc:docMk/>
            <pc:sldMk cId="3908790204" sldId="1516"/>
            <ac:spMk id="4" creationId="{F7CD961F-6D79-7A76-B557-7D9D95BEF4AD}"/>
          </ac:spMkLst>
        </pc:spChg>
        <pc:spChg chg="add mod">
          <ac:chgData name="dev balyan" userId="b58c3dbcc75ad324" providerId="Windows Live" clId="Web-{B0B3FF6E-9745-CE23-4D92-DAFD3E119D36}" dt="2026-05-05T22:27:29.132" v="2339" actId="20577"/>
          <ac:spMkLst>
            <pc:docMk/>
            <pc:sldMk cId="3908790204" sldId="1516"/>
            <ac:spMk id="5" creationId="{6471487B-BC18-EA5D-2E59-C17CC2DF7736}"/>
          </ac:spMkLst>
        </pc:spChg>
      </pc:sldChg>
      <pc:sldChg chg="addSp modSp new">
        <pc:chgData name="dev balyan" userId="b58c3dbcc75ad324" providerId="Windows Live" clId="Web-{B0B3FF6E-9745-CE23-4D92-DAFD3E119D36}" dt="2026-05-05T22:31:49.813" v="2357" actId="1076"/>
        <pc:sldMkLst>
          <pc:docMk/>
          <pc:sldMk cId="2934401831" sldId="1517"/>
        </pc:sldMkLst>
        <pc:spChg chg="mod">
          <ac:chgData name="dev balyan" userId="b58c3dbcc75ad324" providerId="Windows Live" clId="Web-{B0B3FF6E-9745-CE23-4D92-DAFD3E119D36}" dt="2026-05-05T22:30:47.718" v="2342" actId="1076"/>
          <ac:spMkLst>
            <pc:docMk/>
            <pc:sldMk cId="2934401831" sldId="1517"/>
            <ac:spMk id="2" creationId="{8B766298-908A-2F57-8308-D71075E0983D}"/>
          </ac:spMkLst>
        </pc:spChg>
        <pc:spChg chg="mod">
          <ac:chgData name="dev balyan" userId="b58c3dbcc75ad324" providerId="Windows Live" clId="Web-{B0B3FF6E-9745-CE23-4D92-DAFD3E119D36}" dt="2026-05-05T22:30:52.577" v="2344" actId="1076"/>
          <ac:spMkLst>
            <pc:docMk/>
            <pc:sldMk cId="2934401831" sldId="1517"/>
            <ac:spMk id="3" creationId="{263EE241-C574-97E3-A84D-E443B972A25F}"/>
          </ac:spMkLst>
        </pc:spChg>
        <pc:spChg chg="add mod">
          <ac:chgData name="dev balyan" userId="b58c3dbcc75ad324" providerId="Windows Live" clId="Web-{B0B3FF6E-9745-CE23-4D92-DAFD3E119D36}" dt="2026-05-05T22:31:49.813" v="2357" actId="1076"/>
          <ac:spMkLst>
            <pc:docMk/>
            <pc:sldMk cId="2934401831" sldId="1517"/>
            <ac:spMk id="4" creationId="{9ED956B0-31CE-41E2-7471-701BFF757068}"/>
          </ac:spMkLst>
        </pc:spChg>
      </pc:sldChg>
    </pc:docChg>
  </pc:docChgLst>
  <pc:docChgLst>
    <pc:chgData name="Chandra Mouli Kotta kota" userId="5fe5cc5c0dc36bb4" providerId="LiveId" clId="{14693061-018D-4BFC-863A-740DC1BB17C0}"/>
    <pc:docChg chg="delSld modSld">
      <pc:chgData name="Chandra Mouli Kotta kota" userId="5fe5cc5c0dc36bb4" providerId="LiveId" clId="{14693061-018D-4BFC-863A-740DC1BB17C0}" dt="2026-04-24T06:14:35.144" v="3" actId="1076"/>
      <pc:docMkLst>
        <pc:docMk/>
      </pc:docMkLst>
      <pc:sldMasterChg chg="delSldLayout">
        <pc:chgData name="Chandra Mouli Kotta kota" userId="5fe5cc5c0dc36bb4" providerId="LiveId" clId="{14693061-018D-4BFC-863A-740DC1BB17C0}" dt="2026-04-24T06:14:22.386" v="0" actId="47"/>
        <pc:sldMasterMkLst>
          <pc:docMk/>
          <pc:sldMasterMk cId="109456712" sldId="21474836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296781" y="2808285"/>
            <a:ext cx="542713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pPr algn="ctr"/>
            <a:r>
              <a:rPr lang="en-IN" sz="2800" b="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Analytics for E-Commerce Startup</a:t>
            </a:r>
            <a:endParaRPr lang="en-IN" sz="2800" b="0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Arial"/>
            </a:endParaRPr>
          </a:p>
          <a:p>
            <a:pPr algn="ctr"/>
            <a:endParaRPr lang="en-IN" sz="2800" b="0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C2913-E821-E72E-0F94-8711EA4E1C07}"/>
              </a:ext>
            </a:extLst>
          </p:cNvPr>
          <p:cNvSpPr txBox="1"/>
          <p:nvPr/>
        </p:nvSpPr>
        <p:spPr>
          <a:xfrm>
            <a:off x="7801611" y="5007428"/>
            <a:ext cx="41365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0" i="1" u="sng">
                <a:solidFill>
                  <a:srgbClr val="1F3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endParaRPr lang="en-IN" sz="2400" dirty="0">
              <a:sym typeface="Arial"/>
            </a:endParaRPr>
          </a:p>
          <a:p>
            <a:pPr algn="r"/>
            <a:r>
              <a:rPr lang="en-IN" sz="2400" dirty="0">
                <a:sym typeface="Arial"/>
              </a:rPr>
              <a:t>Name: Ekta Grewal</a:t>
            </a:r>
          </a:p>
          <a:p>
            <a:pPr algn="r"/>
            <a:r>
              <a:rPr lang="en-IN" sz="2400" dirty="0">
                <a:sym typeface="Arial"/>
              </a:rPr>
              <a:t>Date: 06-09-2026</a:t>
            </a:r>
            <a:endParaRPr lang="en-IN" sz="2400" dirty="0"/>
          </a:p>
          <a:p>
            <a:pPr algn="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DE43C22-2ED8-5F4D-27B5-C1691839AB05}"/>
              </a:ext>
            </a:extLst>
          </p:cNvPr>
          <p:cNvSpPr txBox="1"/>
          <p:nvPr/>
        </p:nvSpPr>
        <p:spPr>
          <a:xfrm>
            <a:off x="1026884" y="460253"/>
            <a:ext cx="4724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449"/>
                </a:solidFill>
              </a:rPr>
              <a:t>BUSINESS</a:t>
            </a:r>
            <a:r>
              <a:rPr lang="en-US" sz="3200" b="1" dirty="0">
                <a:latin typeface="Aptos Display" panose="020B0004020202020204" pitchFamily="34" charset="0"/>
              </a:rPr>
              <a:t> </a:t>
            </a:r>
            <a:r>
              <a:rPr lang="en-US" sz="3200" b="1" dirty="0">
                <a:solidFill>
                  <a:srgbClr val="1F3449"/>
                </a:solidFill>
              </a:rPr>
              <a:t>CONTEXT</a:t>
            </a:r>
            <a:r>
              <a:rPr lang="en-US" sz="3200" b="1" dirty="0">
                <a:latin typeface="Aptos Display" panose="020B0004020202020204" pitchFamily="34" charset="0"/>
              </a:rPr>
              <a:t>:</a:t>
            </a:r>
            <a:endParaRPr lang="en-IN" sz="3200" b="1" dirty="0">
              <a:latin typeface="Aptos Display" panose="020B00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1B6933-6648-396F-1807-B7D4C99A1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890670"/>
              </p:ext>
            </p:extLst>
          </p:nvPr>
        </p:nvGraphicFramePr>
        <p:xfrm>
          <a:off x="1026884" y="1526587"/>
          <a:ext cx="4136573" cy="4101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6573">
                  <a:extLst>
                    <a:ext uri="{9D8B030D-6E8A-4147-A177-3AD203B41FA5}">
                      <a16:colId xmlns:a16="http://schemas.microsoft.com/office/drawing/2014/main" val="1333606182"/>
                    </a:ext>
                  </a:extLst>
                </a:gridCol>
              </a:tblGrid>
              <a:tr h="628784">
                <a:tc>
                  <a:txBody>
                    <a:bodyPr/>
                    <a:lstStyle/>
                    <a:p>
                      <a:pPr lvl="1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CONTEXT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479484"/>
                  </a:ext>
                </a:extLst>
              </a:tr>
              <a:tr h="347298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90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dirty="0"/>
                        <a:t>The client is a </a:t>
                      </a:r>
                      <a:r>
                        <a:rPr lang="en-IN" sz="1600" b="1" dirty="0"/>
                        <a:t>newly launched e-commerce retail startup</a:t>
                      </a:r>
                      <a:r>
                        <a:rPr lang="en-IN" sz="1600" dirty="0"/>
                        <a:t> that sells </a:t>
                      </a:r>
                      <a:r>
                        <a:rPr lang="en-IN" sz="1600" b="1" dirty="0"/>
                        <a:t>stuffed animal toys</a:t>
                      </a:r>
                      <a:r>
                        <a:rPr lang="en-IN" sz="1400" dirty="0"/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40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0" dirty="0"/>
                        <a:t>The client has provided the online e-commerce data for the period from </a:t>
                      </a:r>
                      <a:r>
                        <a:rPr lang="en-IN" sz="1600" b="1" dirty="0"/>
                        <a:t>19-Mar-2012 </a:t>
                      </a:r>
                      <a:r>
                        <a:rPr lang="en-IN" sz="1600" b="0" dirty="0"/>
                        <a:t>to</a:t>
                      </a:r>
                      <a:r>
                        <a:rPr lang="en-IN" sz="1600" b="1" dirty="0"/>
                        <a:t> 19-Mar-2015.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400" b="1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dirty="0"/>
                        <a:t>The company is planning for its </a:t>
                      </a:r>
                      <a:r>
                        <a:rPr lang="en-IN" sz="1600" b="1" dirty="0"/>
                        <a:t>next round of funding </a:t>
                      </a:r>
                      <a:r>
                        <a:rPr lang="en-US" sz="1600" dirty="0"/>
                        <a:t>and needs clear, data-driven insights.</a:t>
                      </a:r>
                    </a:p>
                  </a:txBody>
                  <a:tcPr>
                    <a:solidFill>
                      <a:srgbClr val="F9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72653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D7F079-1CC0-A6DB-464D-734F51198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832757"/>
              </p:ext>
            </p:extLst>
          </p:nvPr>
        </p:nvGraphicFramePr>
        <p:xfrm>
          <a:off x="7028543" y="1526587"/>
          <a:ext cx="4136573" cy="4231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6573">
                  <a:extLst>
                    <a:ext uri="{9D8B030D-6E8A-4147-A177-3AD203B41FA5}">
                      <a16:colId xmlns:a16="http://schemas.microsoft.com/office/drawing/2014/main" val="1333606182"/>
                    </a:ext>
                  </a:extLst>
                </a:gridCol>
              </a:tblGrid>
              <a:tr h="626169">
                <a:tc>
                  <a:txBody>
                    <a:bodyPr/>
                    <a:lstStyle/>
                    <a:p>
                      <a:pPr lvl="1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EXPECTED OUTCOME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479484"/>
                  </a:ext>
                </a:extLst>
              </a:tr>
              <a:tr h="360578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90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Measure website and sales performance using meaningful KPIs.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40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dirty="0"/>
                        <a:t>To evaluate overall </a:t>
                      </a:r>
                      <a:r>
                        <a:rPr lang="en-IN" sz="1600" b="1" dirty="0"/>
                        <a:t>company performance</a:t>
                      </a:r>
                      <a:r>
                        <a:rPr lang="en-IN" sz="1600" dirty="0"/>
                        <a:t> by analysing orders, sales, revenue, website traffic, refunds, and product performance.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40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dirty="0"/>
                        <a:t>To conduct predictive analysis to identify </a:t>
                      </a:r>
                      <a:r>
                        <a:rPr lang="en-IN" sz="1600" b="1" dirty="0"/>
                        <a:t>future business growth opportunities</a:t>
                      </a:r>
                      <a:r>
                        <a:rPr lang="en-IN" sz="1600" dirty="0"/>
                        <a:t>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Build dashboards for easy stakeholder monitoring.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600" dirty="0"/>
                    </a:p>
                  </a:txBody>
                  <a:tcPr>
                    <a:solidFill>
                      <a:srgbClr val="F9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726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98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D403D-84B8-8CBC-B416-3662DD31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F751E2-7053-5118-947A-1548EA45D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945179"/>
              </p:ext>
            </p:extLst>
          </p:nvPr>
        </p:nvGraphicFramePr>
        <p:xfrm>
          <a:off x="1026884" y="1526587"/>
          <a:ext cx="9902373" cy="4101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2373">
                  <a:extLst>
                    <a:ext uri="{9D8B030D-6E8A-4147-A177-3AD203B41FA5}">
                      <a16:colId xmlns:a16="http://schemas.microsoft.com/office/drawing/2014/main" val="1333606182"/>
                    </a:ext>
                  </a:extLst>
                </a:gridCol>
              </a:tblGrid>
              <a:tr h="628784">
                <a:tc>
                  <a:txBody>
                    <a:bodyPr/>
                    <a:lstStyle/>
                    <a:p>
                      <a:pPr lvl="1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PROBLEM STATEMENT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479484"/>
                  </a:ext>
                </a:extLst>
              </a:tr>
              <a:tr h="34729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800" b="1" dirty="0"/>
                        <a:t>The e-commerce client is facing challenges in understanding and improving various aspects of their business</a:t>
                      </a:r>
                      <a:r>
                        <a:rPr lang="en-IN" sz="1800" dirty="0"/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b="0" dirty="0"/>
                        <a:t>Identifying revenue trends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b="0" dirty="0"/>
                        <a:t>Monitoring website and session performance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b="0" dirty="0"/>
                        <a:t>Identifying opportunities for future growth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b="0" dirty="0"/>
                        <a:t>Tracking business growth and key performance indicators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/>
                        <a:t>Forecasting </a:t>
                      </a:r>
                      <a:r>
                        <a:rPr lang="en-IN" sz="1800" b="0" dirty="0"/>
                        <a:t>future business growth &amp; performance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/>
                        <a:t>Optimising effective strategies for sustainable future growth</a:t>
                      </a:r>
                      <a:r>
                        <a:rPr lang="en-IN" sz="1800" b="0" dirty="0"/>
                        <a:t>                  </a:t>
                      </a:r>
                    </a:p>
                  </a:txBody>
                  <a:tcPr>
                    <a:solidFill>
                      <a:srgbClr val="F9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72653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CAA40C0-4D4F-CAA9-CDC7-39C71CD45A16}"/>
              </a:ext>
            </a:extLst>
          </p:cNvPr>
          <p:cNvSpPr txBox="1"/>
          <p:nvPr/>
        </p:nvSpPr>
        <p:spPr>
          <a:xfrm>
            <a:off x="1026884" y="460254"/>
            <a:ext cx="48332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US" dirty="0"/>
              <a:t>BUSINESS CONTEXT: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591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4D4C4-6C65-EA00-7887-7149C3993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8C2B5B0B-9856-9AC6-A6C1-FD56A255640A}"/>
              </a:ext>
            </a:extLst>
          </p:cNvPr>
          <p:cNvGrpSpPr/>
          <p:nvPr/>
        </p:nvGrpSpPr>
        <p:grpSpPr>
          <a:xfrm>
            <a:off x="558056" y="1737214"/>
            <a:ext cx="3231746" cy="3790821"/>
            <a:chOff x="1230085" y="2209799"/>
            <a:chExt cx="2802088" cy="355202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33D5F44-78EB-7B8D-7BC6-58CB7C97DFC8}"/>
                </a:ext>
              </a:extLst>
            </p:cNvPr>
            <p:cNvSpPr/>
            <p:nvPr/>
          </p:nvSpPr>
          <p:spPr>
            <a:xfrm>
              <a:off x="1230085" y="2209799"/>
              <a:ext cx="2802088" cy="3552023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ffectLst>
              <a:outerShdw blurRad="101600" dist="38100" dir="2700000" algn="tl" rotWithShape="0">
                <a:srgbClr val="269E93">
                  <a:alpha val="29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6B9C58D-A7FC-317C-DA40-53D09055F407}"/>
                </a:ext>
              </a:extLst>
            </p:cNvPr>
            <p:cNvGrpSpPr/>
            <p:nvPr/>
          </p:nvGrpSpPr>
          <p:grpSpPr>
            <a:xfrm>
              <a:off x="1481740" y="2457232"/>
              <a:ext cx="2226128" cy="2914161"/>
              <a:chOff x="1481740" y="2457232"/>
              <a:chExt cx="2226128" cy="2914161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8AC616-1EBC-89D5-F122-BB373B5C9786}"/>
                  </a:ext>
                </a:extLst>
              </p:cNvPr>
              <p:cNvSpPr txBox="1"/>
              <p:nvPr/>
            </p:nvSpPr>
            <p:spPr>
              <a:xfrm>
                <a:off x="1921838" y="3863991"/>
                <a:ext cx="178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rgbClr val="0D2D53"/>
                    </a:solidFill>
                  </a:rPr>
                  <a:t>CINDY SHARP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D0025AE-C603-0EAC-C3C3-878B9C37DA4C}"/>
                  </a:ext>
                </a:extLst>
              </p:cNvPr>
              <p:cNvSpPr txBox="1"/>
              <p:nvPr/>
            </p:nvSpPr>
            <p:spPr>
              <a:xfrm>
                <a:off x="2355577" y="4266552"/>
                <a:ext cx="7350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CEO</a:t>
                </a: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A0B36C93-E37E-9009-A6C4-37C4B766E4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21838" y="2457232"/>
                <a:ext cx="1418892" cy="1418892"/>
              </a:xfrm>
              <a:prstGeom prst="rect">
                <a:avLst/>
              </a:prstGeom>
            </p:spPr>
          </p:pic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AC81791-1F2B-3CC6-121F-3365CC18B0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1740" y="4717972"/>
                <a:ext cx="2226128" cy="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3EF7DF-06A1-E976-3FA8-D3B4870F2691}"/>
                  </a:ext>
                </a:extLst>
              </p:cNvPr>
              <p:cNvSpPr txBox="1"/>
              <p:nvPr/>
            </p:nvSpPr>
            <p:spPr>
              <a:xfrm>
                <a:off x="1847028" y="4848173"/>
                <a:ext cx="17480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Strategic Decisions &amp; Business Growth</a:t>
                </a: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4DD522B-03E7-BF60-3030-1F4AD1B3334E}"/>
              </a:ext>
            </a:extLst>
          </p:cNvPr>
          <p:cNvGrpSpPr/>
          <p:nvPr/>
        </p:nvGrpSpPr>
        <p:grpSpPr>
          <a:xfrm>
            <a:off x="8433597" y="1737215"/>
            <a:ext cx="3245565" cy="3790820"/>
            <a:chOff x="1382485" y="2362199"/>
            <a:chExt cx="2802088" cy="3552023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317EC1AC-0B45-3475-E225-4EFC3F5A913C}"/>
                </a:ext>
              </a:extLst>
            </p:cNvPr>
            <p:cNvSpPr/>
            <p:nvPr/>
          </p:nvSpPr>
          <p:spPr>
            <a:xfrm>
              <a:off x="1382485" y="2362199"/>
              <a:ext cx="2802088" cy="3552023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ffectLst>
              <a:outerShdw blurRad="101600" dist="38100" dir="2700000" algn="tl" rotWithShape="0">
                <a:srgbClr val="269E93">
                  <a:alpha val="29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3EE914-3488-32B9-D95A-3C04C1A20013}"/>
                </a:ext>
              </a:extLst>
            </p:cNvPr>
            <p:cNvSpPr txBox="1"/>
            <p:nvPr/>
          </p:nvSpPr>
          <p:spPr>
            <a:xfrm>
              <a:off x="1877213" y="4012701"/>
              <a:ext cx="21043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D2D53"/>
                  </a:solidFill>
                </a:rPr>
                <a:t>TOM PARMESAN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FD80DF4-80D1-845D-7C42-3833DBB9C5F7}"/>
                </a:ext>
              </a:extLst>
            </p:cNvPr>
            <p:cNvSpPr txBox="1"/>
            <p:nvPr/>
          </p:nvSpPr>
          <p:spPr>
            <a:xfrm>
              <a:off x="1972671" y="4418953"/>
              <a:ext cx="21043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Marketing Director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9A50843-A1FB-F282-343B-884AFFB78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2427" y="4870371"/>
              <a:ext cx="2218398" cy="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AA319EC-7125-F5DB-6DBF-07AB1827F488}"/>
                </a:ext>
              </a:extLst>
            </p:cNvPr>
            <p:cNvSpPr txBox="1"/>
            <p:nvPr/>
          </p:nvSpPr>
          <p:spPr>
            <a:xfrm>
              <a:off x="1877213" y="5000573"/>
              <a:ext cx="21043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Marketing Strategy &amp; Campaign Management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B5439C8-3035-012F-3620-FFED070C065B}"/>
              </a:ext>
            </a:extLst>
          </p:cNvPr>
          <p:cNvGrpSpPr/>
          <p:nvPr/>
        </p:nvGrpSpPr>
        <p:grpSpPr>
          <a:xfrm>
            <a:off x="4495827" y="1737215"/>
            <a:ext cx="3382783" cy="3790820"/>
            <a:chOff x="1382485" y="2362199"/>
            <a:chExt cx="2933046" cy="3552023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7E7698A-AE1F-CC59-2F18-3809138E4B08}"/>
                </a:ext>
              </a:extLst>
            </p:cNvPr>
            <p:cNvSpPr/>
            <p:nvPr/>
          </p:nvSpPr>
          <p:spPr>
            <a:xfrm>
              <a:off x="1382485" y="2362199"/>
              <a:ext cx="2802088" cy="3552023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ffectLst>
              <a:outerShdw blurRad="101600" dist="38100" dir="2700000" algn="tl" rotWithShape="0">
                <a:srgbClr val="269E93">
                  <a:alpha val="29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F594739-A0E9-09E1-3BD7-14BFB9DBAFBC}"/>
                </a:ext>
              </a:extLst>
            </p:cNvPr>
            <p:cNvSpPr txBox="1"/>
            <p:nvPr/>
          </p:nvSpPr>
          <p:spPr>
            <a:xfrm>
              <a:off x="1688712" y="4016391"/>
              <a:ext cx="2626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D2D53"/>
                  </a:solidFill>
                </a:rPr>
                <a:t>MORGAN ROCKWELL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90FE424-846D-3001-4B29-225D26272CA4}"/>
                </a:ext>
              </a:extLst>
            </p:cNvPr>
            <p:cNvSpPr txBox="1"/>
            <p:nvPr/>
          </p:nvSpPr>
          <p:spPr>
            <a:xfrm>
              <a:off x="2091044" y="4419619"/>
              <a:ext cx="21851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Website Manager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7B25E35-FBC7-FC08-2A0E-414F5417BF90}"/>
                </a:ext>
              </a:extLst>
            </p:cNvPr>
            <p:cNvCxnSpPr>
              <a:cxnSpLocks/>
            </p:cNvCxnSpPr>
            <p:nvPr/>
          </p:nvCxnSpPr>
          <p:spPr>
            <a:xfrm>
              <a:off x="1688712" y="4870371"/>
              <a:ext cx="2298094" cy="900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D866A01-3E77-C4F7-AC48-88840F47AEA7}"/>
                </a:ext>
              </a:extLst>
            </p:cNvPr>
            <p:cNvSpPr txBox="1"/>
            <p:nvPr/>
          </p:nvSpPr>
          <p:spPr>
            <a:xfrm>
              <a:off x="1909549" y="5000573"/>
              <a:ext cx="21851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Website Optimisation &amp; Performance</a:t>
              </a:r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CCBC3B0E-A503-7F0D-5617-5FFB23277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771" y="2001282"/>
            <a:ext cx="1636458" cy="151428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AF74C23-BF20-4F80-E3EC-C2997396F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946" y="2001282"/>
            <a:ext cx="1636458" cy="151428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F385BAA-CD73-CC97-636F-B4A4AA6C6D46}"/>
              </a:ext>
            </a:extLst>
          </p:cNvPr>
          <p:cNvSpPr txBox="1"/>
          <p:nvPr/>
        </p:nvSpPr>
        <p:spPr>
          <a:xfrm>
            <a:off x="558056" y="475125"/>
            <a:ext cx="49789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US" dirty="0"/>
              <a:t>KEY STAKEHOLDERS: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382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C77E6-9982-B9EC-AA79-4432FD72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934893-1082-A3E9-F52A-AB0D8761B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667711"/>
              </p:ext>
            </p:extLst>
          </p:nvPr>
        </p:nvGraphicFramePr>
        <p:xfrm>
          <a:off x="498389" y="1206411"/>
          <a:ext cx="11195220" cy="4900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374">
                  <a:extLst>
                    <a:ext uri="{9D8B030D-6E8A-4147-A177-3AD203B41FA5}">
                      <a16:colId xmlns:a16="http://schemas.microsoft.com/office/drawing/2014/main" val="1027225113"/>
                    </a:ext>
                  </a:extLst>
                </a:gridCol>
                <a:gridCol w="2262787">
                  <a:extLst>
                    <a:ext uri="{9D8B030D-6E8A-4147-A177-3AD203B41FA5}">
                      <a16:colId xmlns:a16="http://schemas.microsoft.com/office/drawing/2014/main" val="2467866045"/>
                    </a:ext>
                  </a:extLst>
                </a:gridCol>
                <a:gridCol w="2026508">
                  <a:extLst>
                    <a:ext uri="{9D8B030D-6E8A-4147-A177-3AD203B41FA5}">
                      <a16:colId xmlns:a16="http://schemas.microsoft.com/office/drawing/2014/main" val="2202414877"/>
                    </a:ext>
                  </a:extLst>
                </a:gridCol>
                <a:gridCol w="2014151">
                  <a:extLst>
                    <a:ext uri="{9D8B030D-6E8A-4147-A177-3AD203B41FA5}">
                      <a16:colId xmlns:a16="http://schemas.microsoft.com/office/drawing/2014/main" val="4938689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513078553"/>
                    </a:ext>
                  </a:extLst>
                </a:gridCol>
              </a:tblGrid>
              <a:tr h="4323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Table Name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Key Information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Primary Key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Foreign Key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Column Details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896102"/>
                  </a:ext>
                </a:extLst>
              </a:tr>
              <a:tr h="5094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 level data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order_id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website_session_id, primary_product_id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 level Information - user id, items purchased, revenue &amp; cost.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748664"/>
                  </a:ext>
                </a:extLst>
              </a:tr>
              <a:tr h="5094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Orders Item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4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Ordered product level data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4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Order_item_id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4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order_id, product_id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4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Ordered product information – ordered item id, price, cost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503675"/>
                  </a:ext>
                </a:extLst>
              </a:tr>
              <a:tr h="5094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Products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4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Product level data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4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product_id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4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N/A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4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Product information – name, creation date, product id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965618"/>
                  </a:ext>
                </a:extLst>
              </a:tr>
              <a:tr h="5094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Website Sessions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4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Web session information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4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website_session_id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4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N/A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4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User id, UTM/source, device type details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386499"/>
                  </a:ext>
                </a:extLst>
              </a:tr>
              <a:tr h="5094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Website pageviews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F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Web browsing information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F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website_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pageview_id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F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website_session_id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F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Web browsing details - pages visited during visit, creation date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96908"/>
                  </a:ext>
                </a:extLst>
              </a:tr>
              <a:tr h="5094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 item refund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Refund level data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order_item_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refund_id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order_item_id,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order_id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700" dirty="0"/>
                        <a:t>Return product info - date, refunded amount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5312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3DCE1BB-8F78-C59B-E817-F437873FE366}"/>
              </a:ext>
            </a:extLst>
          </p:cNvPr>
          <p:cNvSpPr txBox="1"/>
          <p:nvPr/>
        </p:nvSpPr>
        <p:spPr>
          <a:xfrm>
            <a:off x="498389" y="296968"/>
            <a:ext cx="4136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US" dirty="0"/>
              <a:t>TABLE OVERVIEW: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760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F66F1F-6FF3-E131-9C07-260DDE3C3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335762"/>
              </p:ext>
            </p:extLst>
          </p:nvPr>
        </p:nvGraphicFramePr>
        <p:xfrm>
          <a:off x="798286" y="1248034"/>
          <a:ext cx="5297713" cy="4361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913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45681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ORDERS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45681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Order_id(PK)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id for each order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Created_at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Order creation date &amp; time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website_session_id (FK)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Web session of the order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user_id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Customer identity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29317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primary_product_id (FK)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Main product id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4284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items_purchased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How many items purchased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55228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price_usd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Revenue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277310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cogs_usd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Cost of product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97847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7428706-B726-0B36-783F-2AA5A5518526}"/>
              </a:ext>
            </a:extLst>
          </p:cNvPr>
          <p:cNvSpPr txBox="1"/>
          <p:nvPr/>
        </p:nvSpPr>
        <p:spPr>
          <a:xfrm>
            <a:off x="798286" y="347569"/>
            <a:ext cx="4136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US" dirty="0"/>
              <a:t>DATA  DICTONARY: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BCF0C57-DE68-6BBC-5035-77AEA7089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73563"/>
              </p:ext>
            </p:extLst>
          </p:nvPr>
        </p:nvGraphicFramePr>
        <p:xfrm>
          <a:off x="6377460" y="1248034"/>
          <a:ext cx="5297713" cy="314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913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34511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ORDERS ITEMS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Order_item_id(PK)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id for each item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Created_at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item creation date &amp; time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order_id (FK)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Order identity(parent)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product_id (FK)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Product identity/purchased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29317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is_primary_item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Is main product or not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4284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price_usd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Item SP(selling price)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55228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cogs_usd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Cost of item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27731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7718732-1EF3-EFC1-0821-0619685FF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469640"/>
              </p:ext>
            </p:extLst>
          </p:nvPr>
        </p:nvGraphicFramePr>
        <p:xfrm>
          <a:off x="6377459" y="4457165"/>
          <a:ext cx="5297713" cy="1766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913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34511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PRODUCTS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product_id (PK)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id for each product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Created_at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Product creation date &amp; time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product_name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Each product name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65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1DDC-A20F-D895-BC77-33C7B8D5B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216E19-F045-7F92-5A6B-65BABF9CD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349191"/>
              </p:ext>
            </p:extLst>
          </p:nvPr>
        </p:nvGraphicFramePr>
        <p:xfrm>
          <a:off x="798286" y="1248034"/>
          <a:ext cx="5297713" cy="4880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913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45681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WEBSITE SESSIONS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45681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website_session_id (PK)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id for each web session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Created_at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Date &amp; time when session created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user_id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User id associated to session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is_repeat_session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New vs old session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29317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utm_source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Marketing source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4284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utm_campaign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Marketing campaign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55228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utm_content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Marketing advertisement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277310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device_type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Device used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978476"/>
                  </a:ext>
                </a:extLst>
              </a:tr>
              <a:tr h="431037">
                <a:tc>
                  <a:txBody>
                    <a:bodyPr/>
                    <a:lstStyle/>
                    <a:p>
                      <a:r>
                        <a:rPr lang="en-US" sz="1400" dirty="0"/>
                        <a:t>http_referer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URL of the website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3564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51CE5B5-E0D0-360F-4340-8F35B8CF4951}"/>
              </a:ext>
            </a:extLst>
          </p:cNvPr>
          <p:cNvSpPr txBox="1"/>
          <p:nvPr/>
        </p:nvSpPr>
        <p:spPr>
          <a:xfrm>
            <a:off x="798286" y="391114"/>
            <a:ext cx="4136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US" dirty="0"/>
              <a:t>DATA  DICTONARY: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886B015-C76F-6915-E9A8-6FCC57D58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561284"/>
              </p:ext>
            </p:extLst>
          </p:nvPr>
        </p:nvGraphicFramePr>
        <p:xfrm>
          <a:off x="6377460" y="1248034"/>
          <a:ext cx="5297713" cy="211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913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34511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WEBSITE PAGE VIEWS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website_pageview_id (PK)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page view id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Created_at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View creation date &amp; time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website_session_id (FK)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Web session id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pageview_url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url of visited page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2931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6AA63B3-F8C6-CD31-8425-2F95759B3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42298"/>
              </p:ext>
            </p:extLst>
          </p:nvPr>
        </p:nvGraphicFramePr>
        <p:xfrm>
          <a:off x="6377460" y="3632173"/>
          <a:ext cx="5297713" cy="2457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913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ORDER ITEM REFUND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order_item_refund_id (PK)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id for each refund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Created_at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Refund creation date &amp; time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order_item_id (FK)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Order item id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order_id (FK)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Order id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220259"/>
                  </a:ext>
                </a:extLst>
              </a:tr>
              <a:tr h="345118">
                <a:tc>
                  <a:txBody>
                    <a:bodyPr/>
                    <a:lstStyle/>
                    <a:p>
                      <a:r>
                        <a:rPr lang="en-US" sz="1400" dirty="0"/>
                        <a:t>refund_amount_usd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Refunded amount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53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000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D74D5-8F44-0FF1-7A63-DCAA50C74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AF20CE-495A-1E5C-C2CB-40B2478ECC9F}"/>
              </a:ext>
            </a:extLst>
          </p:cNvPr>
          <p:cNvSpPr txBox="1"/>
          <p:nvPr/>
        </p:nvSpPr>
        <p:spPr>
          <a:xfrm>
            <a:off x="870856" y="307854"/>
            <a:ext cx="4136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449"/>
                </a:solidFill>
              </a:rPr>
              <a:t>ER DIAGRAM:</a:t>
            </a:r>
            <a:endParaRPr lang="en-IN" sz="3200" b="1" dirty="0">
              <a:latin typeface="Aptos Display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385453-E986-DDB1-A63D-70EA44460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104" y="1099457"/>
            <a:ext cx="8638495" cy="498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2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866D9-9E46-5454-4343-338D6FCC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D2258DBD-10A3-8816-2762-A63C55A43569}"/>
              </a:ext>
            </a:extLst>
          </p:cNvPr>
          <p:cNvGrpSpPr/>
          <p:nvPr/>
        </p:nvGrpSpPr>
        <p:grpSpPr>
          <a:xfrm>
            <a:off x="6495888" y="1494376"/>
            <a:ext cx="4704934" cy="2085157"/>
            <a:chOff x="659656" y="2322287"/>
            <a:chExt cx="2925374" cy="184331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486775E-2533-2EFF-37D5-5B520D0E5B15}"/>
                </a:ext>
              </a:extLst>
            </p:cNvPr>
            <p:cNvSpPr/>
            <p:nvPr/>
          </p:nvSpPr>
          <p:spPr>
            <a:xfrm>
              <a:off x="659656" y="2322287"/>
              <a:ext cx="2925374" cy="1843314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ffectLst>
              <a:outerShdw blurRad="101600" dist="38100" dir="2700000" algn="tl" rotWithShape="0">
                <a:srgbClr val="269E93">
                  <a:alpha val="29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3715608-9829-87BE-A577-EE7B6B45BCC2}"/>
                </a:ext>
              </a:extLst>
            </p:cNvPr>
            <p:cNvSpPr txBox="1"/>
            <p:nvPr/>
          </p:nvSpPr>
          <p:spPr>
            <a:xfrm>
              <a:off x="832200" y="2741255"/>
              <a:ext cx="2119086" cy="408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Power BI: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D85665F-C6BB-E538-D444-3111AE94BF90}"/>
                </a:ext>
              </a:extLst>
            </p:cNvPr>
            <p:cNvSpPr txBox="1"/>
            <p:nvPr/>
          </p:nvSpPr>
          <p:spPr>
            <a:xfrm>
              <a:off x="832200" y="3149376"/>
              <a:ext cx="1725050" cy="571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Interactive dashboard and KPI reporting</a:t>
              </a:r>
              <a:endParaRPr lang="en-IN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E2D36BF-9142-EAF1-8F71-45AAD858D784}"/>
              </a:ext>
            </a:extLst>
          </p:cNvPr>
          <p:cNvSpPr txBox="1"/>
          <p:nvPr/>
        </p:nvSpPr>
        <p:spPr>
          <a:xfrm>
            <a:off x="1152691" y="523741"/>
            <a:ext cx="4704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449"/>
                </a:solidFill>
              </a:rPr>
              <a:t>TECHNOLOGY</a:t>
            </a:r>
            <a:r>
              <a:rPr lang="en-US" sz="3200" b="1" dirty="0">
                <a:latin typeface="Aptos Display" panose="020B0004020202020204" pitchFamily="34" charset="0"/>
              </a:rPr>
              <a:t> </a:t>
            </a:r>
            <a:r>
              <a:rPr lang="en-US" sz="3200" b="1" dirty="0">
                <a:solidFill>
                  <a:srgbClr val="1F3449"/>
                </a:solidFill>
              </a:rPr>
              <a:t>STACK</a:t>
            </a:r>
            <a:r>
              <a:rPr lang="en-US" sz="3200" b="1" dirty="0">
                <a:latin typeface="Aptos Display" panose="020B0004020202020204" pitchFamily="34" charset="0"/>
              </a:rPr>
              <a:t>:</a:t>
            </a:r>
            <a:endParaRPr lang="en-IN" sz="3200" b="1" dirty="0">
              <a:latin typeface="Aptos Display" panose="020B00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941B6F-8EF9-A46E-EACC-5890B0B5737A}"/>
              </a:ext>
            </a:extLst>
          </p:cNvPr>
          <p:cNvGrpSpPr/>
          <p:nvPr/>
        </p:nvGrpSpPr>
        <p:grpSpPr>
          <a:xfrm>
            <a:off x="5818718" y="3834810"/>
            <a:ext cx="5382104" cy="2085157"/>
            <a:chOff x="123552" y="2218538"/>
            <a:chExt cx="3346416" cy="184331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0DF0D74-F207-7CB5-405B-82F610449031}"/>
                </a:ext>
              </a:extLst>
            </p:cNvPr>
            <p:cNvSpPr/>
            <p:nvPr/>
          </p:nvSpPr>
          <p:spPr>
            <a:xfrm>
              <a:off x="544594" y="2218538"/>
              <a:ext cx="2925374" cy="1843314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ffectLst>
              <a:outerShdw blurRad="101600" dist="38100" dir="2700000" algn="tl" rotWithShape="0">
                <a:srgbClr val="269E93">
                  <a:alpha val="29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B4FE5D-E072-2842-1486-EEA89281A02A}"/>
                </a:ext>
              </a:extLst>
            </p:cNvPr>
            <p:cNvSpPr txBox="1"/>
            <p:nvPr/>
          </p:nvSpPr>
          <p:spPr>
            <a:xfrm>
              <a:off x="123552" y="2596034"/>
              <a:ext cx="2119086" cy="408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GitHub</a:t>
              </a:r>
              <a:r>
                <a:rPr lang="en-IN" sz="2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0BDEE7-9E7E-4AD2-F14C-E0F377177F80}"/>
                </a:ext>
              </a:extLst>
            </p:cNvPr>
            <p:cNvSpPr txBox="1"/>
            <p:nvPr/>
          </p:nvSpPr>
          <p:spPr>
            <a:xfrm>
              <a:off x="832200" y="3149376"/>
              <a:ext cx="1663480" cy="571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Project code storage and version control</a:t>
              </a:r>
              <a:endParaRPr lang="en-IN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4A0542-6227-4B8C-922B-C64473E4A8E9}"/>
              </a:ext>
            </a:extLst>
          </p:cNvPr>
          <p:cNvGrpSpPr/>
          <p:nvPr/>
        </p:nvGrpSpPr>
        <p:grpSpPr>
          <a:xfrm>
            <a:off x="1152691" y="3834810"/>
            <a:ext cx="4704934" cy="2085157"/>
            <a:chOff x="544594" y="2218538"/>
            <a:chExt cx="2925374" cy="184331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A5D8410-9C37-AA63-C7ED-A2B57538E603}"/>
                </a:ext>
              </a:extLst>
            </p:cNvPr>
            <p:cNvSpPr/>
            <p:nvPr/>
          </p:nvSpPr>
          <p:spPr>
            <a:xfrm>
              <a:off x="544594" y="2218538"/>
              <a:ext cx="2925374" cy="1843314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ffectLst>
              <a:outerShdw blurRad="101600" dist="38100" dir="2700000" algn="tl" rotWithShape="0">
                <a:srgbClr val="269E93">
                  <a:alpha val="29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00FF9F-D99E-46EF-0C93-DA6387B2A49B}"/>
                </a:ext>
              </a:extLst>
            </p:cNvPr>
            <p:cNvSpPr txBox="1"/>
            <p:nvPr/>
          </p:nvSpPr>
          <p:spPr>
            <a:xfrm>
              <a:off x="832200" y="2638382"/>
              <a:ext cx="2119086" cy="408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Python</a:t>
              </a:r>
              <a:r>
                <a:rPr lang="en-IN" sz="2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BCBECF-7D36-2392-8C36-FAE03DE6EC5D}"/>
                </a:ext>
              </a:extLst>
            </p:cNvPr>
            <p:cNvSpPr txBox="1"/>
            <p:nvPr/>
          </p:nvSpPr>
          <p:spPr>
            <a:xfrm>
              <a:off x="832200" y="3149376"/>
              <a:ext cx="1607802" cy="571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EDA &amp; Predictive Modelling</a:t>
              </a:r>
              <a:endParaRPr lang="en-IN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484873-8FA3-1E22-68C5-EE89B129EF9E}"/>
              </a:ext>
            </a:extLst>
          </p:cNvPr>
          <p:cNvGrpSpPr/>
          <p:nvPr/>
        </p:nvGrpSpPr>
        <p:grpSpPr>
          <a:xfrm>
            <a:off x="1152691" y="1494377"/>
            <a:ext cx="4704934" cy="2085157"/>
            <a:chOff x="544594" y="2218538"/>
            <a:chExt cx="2925374" cy="184331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D73EE2D-C7CE-A7C0-7833-E10C5BB4E8A9}"/>
                </a:ext>
              </a:extLst>
            </p:cNvPr>
            <p:cNvSpPr/>
            <p:nvPr/>
          </p:nvSpPr>
          <p:spPr>
            <a:xfrm>
              <a:off x="544594" y="2218538"/>
              <a:ext cx="2925374" cy="1843314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ffectLst>
              <a:outerShdw blurRad="101600" dist="38100" dir="2700000" algn="tl" rotWithShape="0">
                <a:srgbClr val="269E93">
                  <a:alpha val="29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21A4A4-7C1A-0E53-F20A-6AFEB6D6AC67}"/>
                </a:ext>
              </a:extLst>
            </p:cNvPr>
            <p:cNvSpPr txBox="1"/>
            <p:nvPr/>
          </p:nvSpPr>
          <p:spPr>
            <a:xfrm>
              <a:off x="721497" y="2637506"/>
              <a:ext cx="2119086" cy="408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SQL Server :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370A208-F953-B237-D3F0-9316D8B6D2DE}"/>
                </a:ext>
              </a:extLst>
            </p:cNvPr>
            <p:cNvSpPr txBox="1"/>
            <p:nvPr/>
          </p:nvSpPr>
          <p:spPr>
            <a:xfrm>
              <a:off x="721497" y="3140194"/>
              <a:ext cx="2008383" cy="571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 storage, data quality checks and SQL analysis</a:t>
              </a:r>
              <a:endParaRPr lang="en-IN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6A68140-57A7-57C4-6676-ADF23F6D4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825" y="4202050"/>
            <a:ext cx="1332056" cy="1332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953690-AFF1-B50A-589A-ACB8ED0FD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071" y="4202050"/>
            <a:ext cx="1475366" cy="14753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972D6C-CC38-CF42-C455-E120087A22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72"/>
          <a:stretch>
            <a:fillRect/>
          </a:stretch>
        </p:blipFill>
        <p:spPr>
          <a:xfrm>
            <a:off x="9578075" y="1730689"/>
            <a:ext cx="1206969" cy="193293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187025D-15EB-4E17-E7EF-62AEBC5875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111" y="1978210"/>
            <a:ext cx="1259389" cy="125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62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823A9-3302-F147-B00C-33C8BF837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A76F67-846C-43CB-1214-D52073722047}"/>
              </a:ext>
            </a:extLst>
          </p:cNvPr>
          <p:cNvSpPr txBox="1"/>
          <p:nvPr/>
        </p:nvSpPr>
        <p:spPr>
          <a:xfrm>
            <a:off x="859971" y="602664"/>
            <a:ext cx="7968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500" b="1">
                <a:solidFill>
                  <a:srgbClr val="1F3449"/>
                </a:solidFill>
              </a:defRPr>
            </a:pPr>
            <a:r>
              <a:rPr lang="en-IN" sz="3200" dirty="0"/>
              <a:t>Data Preparation &amp; Analysis Approach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660BC7-C38A-19F9-4A57-04EC851110F7}"/>
              </a:ext>
            </a:extLst>
          </p:cNvPr>
          <p:cNvSpPr txBox="1"/>
          <p:nvPr/>
        </p:nvSpPr>
        <p:spPr>
          <a:xfrm>
            <a:off x="2100943" y="2895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5B6BF-C7B7-E31F-04B9-6681C021D024}"/>
              </a:ext>
            </a:extLst>
          </p:cNvPr>
          <p:cNvSpPr txBox="1"/>
          <p:nvPr/>
        </p:nvSpPr>
        <p:spPr>
          <a:xfrm>
            <a:off x="859971" y="1756826"/>
            <a:ext cx="953588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</a:defRPr>
            </a:pPr>
            <a:r>
              <a:rPr sz="2000" dirty="0"/>
              <a:t>Reviewed table structure, relationships and data quality in SQL Server.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</a:defRPr>
            </a:pPr>
            <a:r>
              <a:rPr sz="2000" dirty="0"/>
              <a:t>Performed exploratory analysis to understand sessions, orders, products, customers and marketing.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</a:defRPr>
            </a:pPr>
            <a:r>
              <a:rPr sz="2000" dirty="0"/>
              <a:t>Created conversion and order-value analysis datasets in Python.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</a:defRPr>
            </a:pPr>
            <a:r>
              <a:rPr sz="2000" dirty="0"/>
              <a:t>Built visual analysis and KPI dashboards in Power BI.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</a:defRPr>
            </a:pPr>
            <a:r>
              <a:rPr sz="2000" dirty="0"/>
              <a:t>Applied Logistic Regression and Linear Regression for predictive analysis.</a:t>
            </a:r>
          </a:p>
        </p:txBody>
      </p:sp>
    </p:spTree>
    <p:extLst>
      <p:ext uri="{BB962C8B-B14F-4D97-AF65-F5344CB8AC3E}">
        <p14:creationId xmlns:p14="http://schemas.microsoft.com/office/powerpoint/2010/main" val="1809624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B83D5-41A9-4F6D-B74E-B46C2A91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537A25-6A08-3E1B-C0C4-C8525DEF4F28}"/>
              </a:ext>
            </a:extLst>
          </p:cNvPr>
          <p:cNvSpPr txBox="1"/>
          <p:nvPr/>
        </p:nvSpPr>
        <p:spPr>
          <a:xfrm>
            <a:off x="1480457" y="532989"/>
            <a:ext cx="6923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IN" dirty="0"/>
              <a:t>Exploratory Data Analysis - 1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6ED591-B894-73A6-7C1D-DDA19B64B7B4}"/>
              </a:ext>
            </a:extLst>
          </p:cNvPr>
          <p:cNvGrpSpPr/>
          <p:nvPr/>
        </p:nvGrpSpPr>
        <p:grpSpPr>
          <a:xfrm>
            <a:off x="1480457" y="1706335"/>
            <a:ext cx="3935186" cy="3445329"/>
            <a:chOff x="914399" y="1762809"/>
            <a:chExt cx="3935186" cy="306112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0B598B9-ADFF-3414-783E-CCD7F3937DE1}"/>
                </a:ext>
              </a:extLst>
            </p:cNvPr>
            <p:cNvSpPr/>
            <p:nvPr/>
          </p:nvSpPr>
          <p:spPr>
            <a:xfrm>
              <a:off x="914399" y="1762809"/>
              <a:ext cx="3935186" cy="3061123"/>
            </a:xfrm>
            <a:prstGeom prst="roundRect">
              <a:avLst/>
            </a:prstGeom>
            <a:solidFill>
              <a:srgbClr val="F9FDFD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B2E4E3"/>
                </a:highlight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C2FC2CC-343B-BE83-F283-3739CEA05157}"/>
                </a:ext>
              </a:extLst>
            </p:cNvPr>
            <p:cNvSpPr/>
            <p:nvPr/>
          </p:nvSpPr>
          <p:spPr>
            <a:xfrm>
              <a:off x="1191985" y="1877785"/>
              <a:ext cx="3211285" cy="576943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Revenue &amp; Order Info: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5AD4C4-3176-D413-8C15-62442625E775}"/>
                </a:ext>
              </a:extLst>
            </p:cNvPr>
            <p:cNvSpPr txBox="1"/>
            <p:nvPr/>
          </p:nvSpPr>
          <p:spPr>
            <a:xfrm>
              <a:off x="1191985" y="2404094"/>
              <a:ext cx="3380015" cy="2010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Total Revenue</a:t>
              </a:r>
              <a:r>
                <a:rPr lang="en-IN" sz="1600" dirty="0"/>
                <a:t>: 💲1.94M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Gross Profit: </a:t>
              </a:r>
              <a:r>
                <a:rPr lang="en-IN" sz="1600" dirty="0"/>
                <a:t>💲1.22M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Gross Profit Margin</a:t>
              </a:r>
              <a:r>
                <a:rPr lang="en-IN" sz="1600" dirty="0"/>
                <a:t>: 62.74%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Total Orders: </a:t>
              </a:r>
              <a:r>
                <a:rPr lang="en-IN" sz="1600" dirty="0"/>
                <a:t>32K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Total Units Sold: </a:t>
              </a:r>
              <a:r>
                <a:rPr lang="en-IN" sz="1600" dirty="0"/>
                <a:t>40K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AOV: </a:t>
              </a:r>
              <a:r>
                <a:rPr lang="en-IN" sz="1600" dirty="0"/>
                <a:t>59.9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E7E8A3-3453-E416-B13D-BA17F98A25ED}"/>
              </a:ext>
            </a:extLst>
          </p:cNvPr>
          <p:cNvGrpSpPr/>
          <p:nvPr/>
        </p:nvGrpSpPr>
        <p:grpSpPr>
          <a:xfrm>
            <a:off x="6776359" y="1652370"/>
            <a:ext cx="3935186" cy="3480834"/>
            <a:chOff x="979716" y="1615729"/>
            <a:chExt cx="3935186" cy="309267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0308702-0306-D338-781B-A2F12379429A}"/>
                </a:ext>
              </a:extLst>
            </p:cNvPr>
            <p:cNvSpPr/>
            <p:nvPr/>
          </p:nvSpPr>
          <p:spPr>
            <a:xfrm>
              <a:off x="979716" y="1615729"/>
              <a:ext cx="3935186" cy="3061124"/>
            </a:xfrm>
            <a:prstGeom prst="roundRect">
              <a:avLst/>
            </a:prstGeom>
            <a:solidFill>
              <a:srgbClr val="F9FDFD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B2E4E3"/>
                </a:highlight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77B23E9-07E3-577E-C7C8-442BB4513EBA}"/>
                </a:ext>
              </a:extLst>
            </p:cNvPr>
            <p:cNvSpPr/>
            <p:nvPr/>
          </p:nvSpPr>
          <p:spPr>
            <a:xfrm>
              <a:off x="1159328" y="1778652"/>
              <a:ext cx="3211285" cy="576943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Website Performance: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303775-BE8D-1A14-75E8-3F560397BA3D}"/>
                </a:ext>
              </a:extLst>
            </p:cNvPr>
            <p:cNvSpPr txBox="1"/>
            <p:nvPr/>
          </p:nvSpPr>
          <p:spPr>
            <a:xfrm>
              <a:off x="1393371" y="2369904"/>
              <a:ext cx="3521529" cy="2338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Total Sessions: </a:t>
              </a:r>
              <a:r>
                <a:rPr lang="en-IN" sz="1600" dirty="0"/>
                <a:t>473K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Total Pageviews: </a:t>
              </a:r>
              <a:r>
                <a:rPr lang="en-IN" sz="1600" dirty="0"/>
                <a:t>1.19M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Session Conversion Rate: </a:t>
              </a:r>
              <a:r>
                <a:rPr lang="en-IN" sz="1600" dirty="0"/>
                <a:t>6.8</a:t>
              </a:r>
              <a:r>
                <a:rPr lang="en-IN" sz="1600" b="1" dirty="0"/>
                <a:t>%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New Sessions: </a:t>
              </a:r>
              <a:r>
                <a:rPr lang="en-IN" sz="1600" dirty="0"/>
                <a:t>26K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Repeat Session: </a:t>
              </a:r>
              <a:r>
                <a:rPr lang="en-IN" sz="1600" dirty="0"/>
                <a:t>6K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Total Users: </a:t>
              </a:r>
              <a:r>
                <a:rPr lang="en-IN" sz="1600" dirty="0"/>
                <a:t>394K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7860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CCC4-3105-BFCB-7224-30411126C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2464D4-CD4C-A528-B157-952F4D90F7DB}"/>
              </a:ext>
            </a:extLst>
          </p:cNvPr>
          <p:cNvSpPr txBox="1"/>
          <p:nvPr/>
        </p:nvSpPr>
        <p:spPr>
          <a:xfrm>
            <a:off x="1730828" y="565660"/>
            <a:ext cx="6923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IN" dirty="0"/>
              <a:t>Exploratory Data Analysis - 2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41EF35-A24F-5AD5-92B2-EE1F40432EB9}"/>
              </a:ext>
            </a:extLst>
          </p:cNvPr>
          <p:cNvGrpSpPr/>
          <p:nvPr/>
        </p:nvGrpSpPr>
        <p:grpSpPr>
          <a:xfrm>
            <a:off x="1730828" y="1620842"/>
            <a:ext cx="3935186" cy="3445329"/>
            <a:chOff x="914399" y="1762809"/>
            <a:chExt cx="3935186" cy="306112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C03B6B0-7757-4CB1-606F-04991A188CCA}"/>
                </a:ext>
              </a:extLst>
            </p:cNvPr>
            <p:cNvSpPr/>
            <p:nvPr/>
          </p:nvSpPr>
          <p:spPr>
            <a:xfrm>
              <a:off x="914399" y="1762809"/>
              <a:ext cx="3935186" cy="3061123"/>
            </a:xfrm>
            <a:prstGeom prst="roundRect">
              <a:avLst/>
            </a:prstGeom>
            <a:solidFill>
              <a:srgbClr val="F9FDFD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B2E4E3"/>
                </a:highlight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420E41F-57A9-7586-7339-B085025D2167}"/>
                </a:ext>
              </a:extLst>
            </p:cNvPr>
            <p:cNvSpPr/>
            <p:nvPr/>
          </p:nvSpPr>
          <p:spPr>
            <a:xfrm>
              <a:off x="1191986" y="1883133"/>
              <a:ext cx="3211285" cy="576943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0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Return Analysis: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2811DE-5CF3-F95F-7D8B-DA2C73E17C7B}"/>
                </a:ext>
              </a:extLst>
            </p:cNvPr>
            <p:cNvSpPr txBox="1"/>
            <p:nvPr/>
          </p:nvSpPr>
          <p:spPr>
            <a:xfrm>
              <a:off x="1191986" y="2404094"/>
              <a:ext cx="2999014" cy="2338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Total Returned Items: </a:t>
              </a:r>
              <a:r>
                <a:rPr lang="en-IN" sz="1600" dirty="0"/>
                <a:t>2K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Return Rate: </a:t>
              </a:r>
              <a:r>
                <a:rPr lang="en-IN" sz="1600" dirty="0"/>
                <a:t>4.32%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Highest Returned Product: </a:t>
              </a:r>
              <a:r>
                <a:rPr lang="en-IN" sz="1600" dirty="0"/>
                <a:t>The Original Mr Fuzzy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600" b="1" dirty="0"/>
                <a:t>Total Refunded Amount: </a:t>
              </a:r>
              <a:r>
                <a:rPr lang="en-IN" sz="1600" dirty="0"/>
                <a:t>112.4K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7612DC4-C66C-535F-A08B-2EA7E1584DD9}"/>
              </a:ext>
            </a:extLst>
          </p:cNvPr>
          <p:cNvGrpSpPr/>
          <p:nvPr/>
        </p:nvGrpSpPr>
        <p:grpSpPr>
          <a:xfrm>
            <a:off x="6776359" y="1620842"/>
            <a:ext cx="3935186" cy="4674667"/>
            <a:chOff x="979716" y="1615729"/>
            <a:chExt cx="3935186" cy="562380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8F67D3B-265B-6B0D-AF1D-E0C8AEC75083}"/>
                </a:ext>
              </a:extLst>
            </p:cNvPr>
            <p:cNvSpPr/>
            <p:nvPr/>
          </p:nvSpPr>
          <p:spPr>
            <a:xfrm>
              <a:off x="979716" y="1615729"/>
              <a:ext cx="3935186" cy="4247712"/>
            </a:xfrm>
            <a:prstGeom prst="roundRect">
              <a:avLst/>
            </a:prstGeom>
            <a:solidFill>
              <a:srgbClr val="F9FDFD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B2E4E3"/>
                </a:highlight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5EB4DCB-608C-A493-0F9E-5A2C1E512037}"/>
                </a:ext>
              </a:extLst>
            </p:cNvPr>
            <p:cNvSpPr/>
            <p:nvPr/>
          </p:nvSpPr>
          <p:spPr>
            <a:xfrm>
              <a:off x="1159328" y="1778652"/>
              <a:ext cx="3211285" cy="576943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0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Customer Behaviour: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B0597AD-DA62-588D-1DE9-BB4C44B17E8E}"/>
                </a:ext>
              </a:extLst>
            </p:cNvPr>
            <p:cNvSpPr txBox="1"/>
            <p:nvPr/>
          </p:nvSpPr>
          <p:spPr>
            <a:xfrm>
              <a:off x="1393371" y="2369904"/>
              <a:ext cx="3521529" cy="4869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New Sessions: 394K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Repeat Sessions: 79K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Conversion</a:t>
              </a:r>
              <a:r>
                <a:rPr lang="en-IN" sz="1400" b="1" dirty="0"/>
                <a:t>(%) :</a:t>
              </a:r>
            </a:p>
            <a:p>
              <a:r>
                <a:rPr lang="en-IN" sz="1600" dirty="0"/>
                <a:t>                </a:t>
              </a:r>
              <a:r>
                <a:rPr lang="en-IN" sz="1400" dirty="0"/>
                <a:t>New: 7.83</a:t>
              </a:r>
            </a:p>
            <a:p>
              <a:r>
                <a:rPr lang="en-IN" sz="1600" dirty="0"/>
                <a:t>                </a:t>
              </a:r>
              <a:r>
                <a:rPr lang="en-IN" sz="1400" dirty="0"/>
                <a:t>Repeat: 6.64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Orders:</a:t>
              </a:r>
            </a:p>
            <a:p>
              <a:r>
                <a:rPr lang="en-IN" sz="1600" dirty="0"/>
                <a:t>                </a:t>
              </a:r>
              <a:r>
                <a:rPr lang="en-IN" sz="1400" dirty="0"/>
                <a:t>New: 26K</a:t>
              </a:r>
            </a:p>
            <a:p>
              <a:r>
                <a:rPr lang="en-IN" sz="1400" dirty="0"/>
                <a:t>                  Repeat: 6K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b="1" dirty="0"/>
                <a:t>Users:</a:t>
              </a:r>
            </a:p>
            <a:p>
              <a:r>
                <a:rPr lang="en-IN" sz="1400" dirty="0"/>
                <a:t>                   New: 394K</a:t>
              </a:r>
            </a:p>
            <a:p>
              <a:r>
                <a:rPr lang="en-IN" sz="1600" dirty="0"/>
                <a:t>                </a:t>
              </a:r>
              <a:r>
                <a:rPr lang="en-IN" sz="1400" dirty="0"/>
                <a:t>Repeat: 51K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600" b="1" dirty="0"/>
            </a:p>
            <a:p>
              <a:pPr>
                <a:lnSpc>
                  <a:spcPct val="150000"/>
                </a:lnSpc>
              </a:pPr>
              <a:endParaRPr lang="en-IN" sz="1600" b="1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IN" sz="1600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3011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13D6-0FD0-5E5A-6154-CE4DF25C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32AB5F-1F2D-DCCB-2F5F-6A9F151603D2}"/>
              </a:ext>
            </a:extLst>
          </p:cNvPr>
          <p:cNvGrpSpPr/>
          <p:nvPr/>
        </p:nvGrpSpPr>
        <p:grpSpPr>
          <a:xfrm>
            <a:off x="519525" y="2772938"/>
            <a:ext cx="3558820" cy="2906773"/>
            <a:chOff x="519525" y="2319454"/>
            <a:chExt cx="3339790" cy="173958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33D3241-97CE-2A71-F4E9-60A34A9E0FB0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ACCD75-F0AF-B3BD-6E10-114FD7B0A0A3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AB3E0F-1883-084E-DF35-B30520C74311}"/>
                </a:ext>
              </a:extLst>
            </p:cNvPr>
            <p:cNvSpPr txBox="1"/>
            <p:nvPr/>
          </p:nvSpPr>
          <p:spPr>
            <a:xfrm>
              <a:off x="670065" y="2479533"/>
              <a:ext cx="3010829" cy="221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Executive Overview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819EB4-04EF-288E-38B9-711838C8B2AC}"/>
                </a:ext>
              </a:extLst>
            </p:cNvPr>
            <p:cNvSpPr txBox="1"/>
            <p:nvPr/>
          </p:nvSpPr>
          <p:spPr>
            <a:xfrm>
              <a:off x="670065" y="2749676"/>
              <a:ext cx="2757730" cy="27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Monitor overall business performance, profitability, growth.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198CA9-6F76-2B94-CF58-7508D2833BDA}"/>
                </a:ext>
              </a:extLst>
            </p:cNvPr>
            <p:cNvSpPr txBox="1"/>
            <p:nvPr/>
          </p:nvSpPr>
          <p:spPr>
            <a:xfrm>
              <a:off x="670066" y="3111345"/>
              <a:ext cx="2120530" cy="699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Revenue &amp; Orders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AOV &amp; Gross Margin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Prime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Net Profit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Monthly Trends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07666A1-60E2-066B-E5D3-567551A6D0E6}"/>
              </a:ext>
            </a:extLst>
          </p:cNvPr>
          <p:cNvGrpSpPr/>
          <p:nvPr/>
        </p:nvGrpSpPr>
        <p:grpSpPr>
          <a:xfrm>
            <a:off x="4316590" y="2717040"/>
            <a:ext cx="3558820" cy="2906773"/>
            <a:chOff x="519525" y="2319454"/>
            <a:chExt cx="3339790" cy="1739588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D83D66E-B4C5-58E2-8180-504F43633EEB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F7AF258-9E6C-65BB-DA66-854C2F6008F3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A84F186-7233-1D49-24E3-E9308024A24C}"/>
                </a:ext>
              </a:extLst>
            </p:cNvPr>
            <p:cNvSpPr txBox="1"/>
            <p:nvPr/>
          </p:nvSpPr>
          <p:spPr>
            <a:xfrm>
              <a:off x="670065" y="2479533"/>
              <a:ext cx="3010829" cy="221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Branch &amp; Operations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B0D0DDB-EBBC-3145-0462-4812ECE926AB}"/>
                </a:ext>
              </a:extLst>
            </p:cNvPr>
            <p:cNvSpPr txBox="1"/>
            <p:nvPr/>
          </p:nvSpPr>
          <p:spPr>
            <a:xfrm>
              <a:off x="695638" y="2783128"/>
              <a:ext cx="2757730" cy="27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Evaluate Branch &amp; Operational Performance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FC2196A-BDB2-168F-FBE9-3A59347CC656}"/>
                </a:ext>
              </a:extLst>
            </p:cNvPr>
            <p:cNvSpPr txBox="1"/>
            <p:nvPr/>
          </p:nvSpPr>
          <p:spPr>
            <a:xfrm>
              <a:off x="695638" y="3141980"/>
              <a:ext cx="2120530" cy="828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Branch Revenue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Orders &amp; AOV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Food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Labour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Prime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Weekend vs Weekday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D17676E-224C-491A-F3F3-67CA1A0AB764}"/>
              </a:ext>
            </a:extLst>
          </p:cNvPr>
          <p:cNvGrpSpPr/>
          <p:nvPr/>
        </p:nvGrpSpPr>
        <p:grpSpPr>
          <a:xfrm>
            <a:off x="8113655" y="2689090"/>
            <a:ext cx="3558820" cy="2906773"/>
            <a:chOff x="519525" y="2319454"/>
            <a:chExt cx="3339790" cy="1739588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06EC1768-985F-CBDB-75A6-714F8F112648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04FBAD7-9ADE-ECB7-1D94-72EF9AC04928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5428B5F-F065-3419-CD95-E04D395314AF}"/>
                </a:ext>
              </a:extLst>
            </p:cNvPr>
            <p:cNvSpPr txBox="1"/>
            <p:nvPr/>
          </p:nvSpPr>
          <p:spPr>
            <a:xfrm>
              <a:off x="670065" y="2479533"/>
              <a:ext cx="3010829" cy="221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Menu &amp; Profitability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363E255-FCF8-C167-9AEB-45762E989B1B}"/>
                </a:ext>
              </a:extLst>
            </p:cNvPr>
            <p:cNvSpPr txBox="1"/>
            <p:nvPr/>
          </p:nvSpPr>
          <p:spPr>
            <a:xfrm>
              <a:off x="695638" y="2783128"/>
              <a:ext cx="2757730" cy="27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Measure Menu Performance &amp; Profitability.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62CDFE0-125A-CEA4-A241-0DB7A958F087}"/>
                </a:ext>
              </a:extLst>
            </p:cNvPr>
            <p:cNvSpPr txBox="1"/>
            <p:nvPr/>
          </p:nvSpPr>
          <p:spPr>
            <a:xfrm>
              <a:off x="695638" y="3141980"/>
              <a:ext cx="2120530" cy="699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Category Sales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Quantity Sold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Gross Margin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Top Menu Items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Margin %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9510F049-3F29-E531-A87F-3289BDFB0062}"/>
              </a:ext>
            </a:extLst>
          </p:cNvPr>
          <p:cNvSpPr txBox="1"/>
          <p:nvPr/>
        </p:nvSpPr>
        <p:spPr>
          <a:xfrm>
            <a:off x="519525" y="418236"/>
            <a:ext cx="6923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IN" dirty="0"/>
              <a:t>Power BI Dashboard: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1553282-A4D0-319C-F1B1-597F4070F185}"/>
              </a:ext>
            </a:extLst>
          </p:cNvPr>
          <p:cNvGrpSpPr/>
          <p:nvPr/>
        </p:nvGrpSpPr>
        <p:grpSpPr>
          <a:xfrm>
            <a:off x="519525" y="1622284"/>
            <a:ext cx="11009227" cy="671463"/>
            <a:chOff x="360555" y="1174815"/>
            <a:chExt cx="11152950" cy="671463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70DCA4E9-EC7E-8B9B-AEFF-584984C1BBBF}"/>
                </a:ext>
              </a:extLst>
            </p:cNvPr>
            <p:cNvSpPr/>
            <p:nvPr/>
          </p:nvSpPr>
          <p:spPr>
            <a:xfrm>
              <a:off x="360555" y="1174815"/>
              <a:ext cx="11152950" cy="671463"/>
            </a:xfrm>
            <a:prstGeom prst="roundRect">
              <a:avLst/>
            </a:prstGeom>
            <a:solidFill>
              <a:srgbClr val="F9FDFD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DB53C82-7463-1D37-1510-0085AD4536C3}"/>
                </a:ext>
              </a:extLst>
            </p:cNvPr>
            <p:cNvSpPr txBox="1"/>
            <p:nvPr/>
          </p:nvSpPr>
          <p:spPr>
            <a:xfrm>
              <a:off x="360557" y="1248937"/>
              <a:ext cx="111529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Objective: </a:t>
              </a:r>
              <a:r>
                <a:rPr lang="en-IN" sz="1400" dirty="0"/>
                <a:t>To develop interactive Power BI dashboards that monitor key business performance evaluate branch &amp; Operational performance helping stakeholders identify trends and make data-driven decisions.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53A1A0F9-1E0F-3787-112A-912C474B1A6A}"/>
              </a:ext>
            </a:extLst>
          </p:cNvPr>
          <p:cNvSpPr txBox="1"/>
          <p:nvPr/>
        </p:nvSpPr>
        <p:spPr>
          <a:xfrm>
            <a:off x="519525" y="1003011"/>
            <a:ext cx="49664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Interactive Dashboards for Data-Driven Decision Making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626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FE8A-F68A-DF8B-33E1-31932DA0D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A3B6AD-94DA-7D40-F884-C274A02B54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7" t="1888" r="1022" b="1728"/>
          <a:stretch>
            <a:fillRect/>
          </a:stretch>
        </p:blipFill>
        <p:spPr>
          <a:xfrm>
            <a:off x="587829" y="359229"/>
            <a:ext cx="11016342" cy="590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56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D857C-03C1-BB0D-9F51-E7E753052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A4FC68-33E4-C67F-F733-A55863FD09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"/>
          <a:stretch>
            <a:fillRect/>
          </a:stretch>
        </p:blipFill>
        <p:spPr>
          <a:xfrm>
            <a:off x="511628" y="359229"/>
            <a:ext cx="11092541" cy="583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43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CDD26-E66C-1C3B-4D11-0C44BC7B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A46CB1-CC67-6289-175F-5CF3834D6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9" y="359229"/>
            <a:ext cx="11092542" cy="583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64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8382-D4EB-ABFC-A282-05985EA1B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056666-39D0-0DE8-D8D0-4A11BBAC37A8}"/>
              </a:ext>
            </a:extLst>
          </p:cNvPr>
          <p:cNvSpPr txBox="1"/>
          <p:nvPr/>
        </p:nvSpPr>
        <p:spPr>
          <a:xfrm>
            <a:off x="519525" y="418236"/>
            <a:ext cx="6923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IN" dirty="0"/>
              <a:t>Python Analysis: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DB3B09-EE58-8386-40F6-F136DD8C594E}"/>
              </a:ext>
            </a:extLst>
          </p:cNvPr>
          <p:cNvGrpSpPr/>
          <p:nvPr/>
        </p:nvGrpSpPr>
        <p:grpSpPr>
          <a:xfrm>
            <a:off x="519525" y="1411480"/>
            <a:ext cx="11470890" cy="671463"/>
            <a:chOff x="360555" y="1174815"/>
            <a:chExt cx="11470890" cy="67146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58AED47-D521-E5C6-3B70-CFC948A1D73C}"/>
                </a:ext>
              </a:extLst>
            </p:cNvPr>
            <p:cNvSpPr/>
            <p:nvPr/>
          </p:nvSpPr>
          <p:spPr>
            <a:xfrm>
              <a:off x="360555" y="1174815"/>
              <a:ext cx="11152950" cy="671463"/>
            </a:xfrm>
            <a:prstGeom prst="roundRect">
              <a:avLst/>
            </a:prstGeom>
            <a:solidFill>
              <a:srgbClr val="F9FDFD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A4DC6A5-EB91-DE5C-6492-78ACAF814F35}"/>
                </a:ext>
              </a:extLst>
            </p:cNvPr>
            <p:cNvSpPr txBox="1"/>
            <p:nvPr/>
          </p:nvSpPr>
          <p:spPr>
            <a:xfrm>
              <a:off x="360557" y="1248937"/>
              <a:ext cx="114708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Objective: </a:t>
              </a:r>
              <a:r>
                <a:rPr lang="en-IN" sz="1400" dirty="0"/>
                <a:t>To analyze website traffic, conversion and marketing performance, and apply predictive models to support data-driven business decisions.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64D7066-C287-CC04-4A40-C7E66D2B0EEC}"/>
              </a:ext>
            </a:extLst>
          </p:cNvPr>
          <p:cNvSpPr txBox="1"/>
          <p:nvPr/>
        </p:nvSpPr>
        <p:spPr>
          <a:xfrm>
            <a:off x="519525" y="1003011"/>
            <a:ext cx="4057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EDA, Predictive Analysis &amp; Business Insights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FCED6B-E7C0-FF23-A6D7-5BC48EC83CAD}"/>
              </a:ext>
            </a:extLst>
          </p:cNvPr>
          <p:cNvGrpSpPr/>
          <p:nvPr/>
        </p:nvGrpSpPr>
        <p:grpSpPr>
          <a:xfrm>
            <a:off x="6510391" y="2338042"/>
            <a:ext cx="4651979" cy="1739588"/>
            <a:chOff x="519525" y="2319454"/>
            <a:chExt cx="3339790" cy="173958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9920FA3-1069-B116-AE87-36E2273FDF70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A0FBF0-69DB-041A-DF3E-192ABE0FC99C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BE5C59-BCDC-A8DD-3BE0-C3E0A0D6991E}"/>
                </a:ext>
              </a:extLst>
            </p:cNvPr>
            <p:cNvSpPr txBox="1"/>
            <p:nvPr/>
          </p:nvSpPr>
          <p:spPr>
            <a:xfrm>
              <a:off x="670066" y="2453733"/>
              <a:ext cx="3010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Marketing Analysis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AC01B4-060F-AF91-4958-20787EFA0A1E}"/>
                </a:ext>
              </a:extLst>
            </p:cNvPr>
            <p:cNvSpPr txBox="1"/>
            <p:nvPr/>
          </p:nvSpPr>
          <p:spPr>
            <a:xfrm>
              <a:off x="670066" y="2753382"/>
              <a:ext cx="25838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Evaluating Marketing source and campaign effectiveness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6030BB-E656-E9EE-A816-0B1C783A47A7}"/>
                </a:ext>
              </a:extLst>
            </p:cNvPr>
            <p:cNvSpPr txBox="1"/>
            <p:nvPr/>
          </p:nvSpPr>
          <p:spPr>
            <a:xfrm>
              <a:off x="670066" y="3075057"/>
              <a:ext cx="21205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Utm source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Utm campaign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Sessions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Orders and Conversion Rate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7BD44D4-5C59-5759-6B27-592E75CB61AF}"/>
              </a:ext>
            </a:extLst>
          </p:cNvPr>
          <p:cNvGrpSpPr/>
          <p:nvPr/>
        </p:nvGrpSpPr>
        <p:grpSpPr>
          <a:xfrm>
            <a:off x="671925" y="2371495"/>
            <a:ext cx="4559540" cy="1739588"/>
            <a:chOff x="519525" y="2319454"/>
            <a:chExt cx="3339790" cy="173958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0662B58-33C8-B77A-D8C6-1A7A825CB90C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494DAFE-D4B5-1EAD-3EFB-6CDE8BA2503F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CC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AFC75F9-C575-3F48-DD21-869A40FE49AC}"/>
                </a:ext>
              </a:extLst>
            </p:cNvPr>
            <p:cNvSpPr txBox="1"/>
            <p:nvPr/>
          </p:nvSpPr>
          <p:spPr>
            <a:xfrm>
              <a:off x="670066" y="2453733"/>
              <a:ext cx="3010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Website &amp; Session Analysis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0B34449-2B3C-1184-0F77-47DBD8703CC4}"/>
                </a:ext>
              </a:extLst>
            </p:cNvPr>
            <p:cNvSpPr txBox="1"/>
            <p:nvPr/>
          </p:nvSpPr>
          <p:spPr>
            <a:xfrm>
              <a:off x="670066" y="2753382"/>
              <a:ext cx="297549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Understand website traffic and user behaviour.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E8FD09-D40F-398C-EA95-0A508D784E65}"/>
                </a:ext>
              </a:extLst>
            </p:cNvPr>
            <p:cNvSpPr txBox="1"/>
            <p:nvPr/>
          </p:nvSpPr>
          <p:spPr>
            <a:xfrm>
              <a:off x="670066" y="3075057"/>
              <a:ext cx="21205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Total Sessions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Conversion Rate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Device wise Conversion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New vs Repeat Sessions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D8DBD3-B55B-AA22-5F71-D4BF80893C33}"/>
              </a:ext>
            </a:extLst>
          </p:cNvPr>
          <p:cNvGrpSpPr/>
          <p:nvPr/>
        </p:nvGrpSpPr>
        <p:grpSpPr>
          <a:xfrm>
            <a:off x="671925" y="4433034"/>
            <a:ext cx="4651979" cy="1739588"/>
            <a:chOff x="519525" y="2319454"/>
            <a:chExt cx="3339790" cy="1739588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2A07B913-63BB-4988-C7D0-2FD6882F6E77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FBE6991-A4E7-593E-E466-9FB8372C5729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D12A3B4-8A82-CB2E-9E69-FFECAD58DCF8}"/>
                </a:ext>
              </a:extLst>
            </p:cNvPr>
            <p:cNvSpPr txBox="1"/>
            <p:nvPr/>
          </p:nvSpPr>
          <p:spPr>
            <a:xfrm>
              <a:off x="670066" y="2453733"/>
              <a:ext cx="3010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Customer Conversion Prediction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59DA274-C9C5-904A-421C-168301D59FAE}"/>
                </a:ext>
              </a:extLst>
            </p:cNvPr>
            <p:cNvSpPr txBox="1"/>
            <p:nvPr/>
          </p:nvSpPr>
          <p:spPr>
            <a:xfrm>
              <a:off x="670066" y="2753382"/>
              <a:ext cx="242505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Predict whether a web session is likely to get convert.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644C826-9BF9-BF2D-A816-7235C470C0A1}"/>
                </a:ext>
              </a:extLst>
            </p:cNvPr>
            <p:cNvSpPr txBox="1"/>
            <p:nvPr/>
          </p:nvSpPr>
          <p:spPr>
            <a:xfrm>
              <a:off x="670066" y="3075057"/>
              <a:ext cx="21205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Logistic Regression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F1 Score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Accuracy Score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ROC-AUC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82FD33-19C1-A850-0881-85F4B2F10984}"/>
              </a:ext>
            </a:extLst>
          </p:cNvPr>
          <p:cNvGrpSpPr/>
          <p:nvPr/>
        </p:nvGrpSpPr>
        <p:grpSpPr>
          <a:xfrm>
            <a:off x="6521545" y="4416307"/>
            <a:ext cx="4651979" cy="1739588"/>
            <a:chOff x="519525" y="2319454"/>
            <a:chExt cx="3339790" cy="1739588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2237EFE-F500-9CAC-1067-FF38441E916C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F43E43C-42EB-7D9F-9649-A28611EFDC00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FB97C39-69B6-DD46-7069-E63E2E0F68C9}"/>
                </a:ext>
              </a:extLst>
            </p:cNvPr>
            <p:cNvSpPr txBox="1"/>
            <p:nvPr/>
          </p:nvSpPr>
          <p:spPr>
            <a:xfrm>
              <a:off x="670066" y="2453733"/>
              <a:ext cx="3010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Order Value Prediction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9C85287-89C6-5B88-9D37-BAA3D5C9231D}"/>
                </a:ext>
              </a:extLst>
            </p:cNvPr>
            <p:cNvSpPr txBox="1"/>
            <p:nvPr/>
          </p:nvSpPr>
          <p:spPr>
            <a:xfrm>
              <a:off x="670066" y="2753382"/>
              <a:ext cx="298551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Predict Order Value Using product, session &amp; marketing attributes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4DA3BCD-73C9-4B7F-9950-D1623A898ED4}"/>
                </a:ext>
              </a:extLst>
            </p:cNvPr>
            <p:cNvSpPr txBox="1"/>
            <p:nvPr/>
          </p:nvSpPr>
          <p:spPr>
            <a:xfrm>
              <a:off x="670066" y="3075057"/>
              <a:ext cx="2120530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Linear Regression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R2 Score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MAE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MSE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RMSE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0D6C30C-5091-0F58-0E72-796D0A627DA5}"/>
              </a:ext>
            </a:extLst>
          </p:cNvPr>
          <p:cNvSpPr txBox="1"/>
          <p:nvPr/>
        </p:nvSpPr>
        <p:spPr>
          <a:xfrm>
            <a:off x="519525" y="6336523"/>
            <a:ext cx="10152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KEY FINDINGS: </a:t>
            </a:r>
          </a:p>
          <a:p>
            <a:r>
              <a:rPr lang="en-IN" sz="1400" dirty="0">
                <a:solidFill>
                  <a:schemeClr val="bg1"/>
                </a:solidFill>
              </a:rPr>
              <a:t>6.8% overall conversion | Dekstop:8.5%vs Mobile:3.1% | Logistic Regression ROC-AUC: 61% | Linear Regression R2:91%</a:t>
            </a:r>
          </a:p>
        </p:txBody>
      </p:sp>
    </p:spTree>
    <p:extLst>
      <p:ext uri="{BB962C8B-B14F-4D97-AF65-F5344CB8AC3E}">
        <p14:creationId xmlns:p14="http://schemas.microsoft.com/office/powerpoint/2010/main" val="1518459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BC10C-21F1-1358-FB44-D7E3EB79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70DCDC-2C63-48F7-59D3-1585D4FD3019}"/>
              </a:ext>
            </a:extLst>
          </p:cNvPr>
          <p:cNvSpPr txBox="1"/>
          <p:nvPr/>
        </p:nvSpPr>
        <p:spPr>
          <a:xfrm>
            <a:off x="519525" y="418236"/>
            <a:ext cx="6923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IN" dirty="0"/>
              <a:t>Key Business Insights: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44FD9-0C44-05BD-D559-19DD4CA598B3}"/>
              </a:ext>
            </a:extLst>
          </p:cNvPr>
          <p:cNvSpPr txBox="1"/>
          <p:nvPr/>
        </p:nvSpPr>
        <p:spPr>
          <a:xfrm>
            <a:off x="519525" y="1572322"/>
            <a:ext cx="1046442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Website Conversion:</a:t>
            </a:r>
            <a:r>
              <a:rPr lang="en-IN" dirty="0"/>
              <a:t> The overall website conversion rate was </a:t>
            </a:r>
            <a:r>
              <a:rPr lang="en-IN" b="1" dirty="0">
                <a:solidFill>
                  <a:srgbClr val="336699"/>
                </a:solidFill>
              </a:rPr>
              <a:t>6.83%</a:t>
            </a:r>
            <a:r>
              <a:rPr lang="en-IN" dirty="0"/>
              <a:t>, meaning only a small proportion of website sessions resulted in an order.</a:t>
            </a:r>
          </a:p>
          <a:p>
            <a:endParaRPr lang="en-IN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Mobile Conversion Gap:</a:t>
            </a:r>
            <a:r>
              <a:rPr lang="en-IN" dirty="0"/>
              <a:t> Desktop conversion was 8.50%, while mobile conversion was only </a:t>
            </a:r>
            <a:r>
              <a:rPr lang="en-IN" b="1" dirty="0">
                <a:solidFill>
                  <a:srgbClr val="336699"/>
                </a:solidFill>
              </a:rPr>
              <a:t>3.10%</a:t>
            </a:r>
            <a:r>
              <a:rPr lang="en-IN" dirty="0"/>
              <a:t>, showing a clear difference in purchasing behaviour across devices.</a:t>
            </a:r>
          </a:p>
          <a:p>
            <a:endParaRPr lang="en-IN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Product Portfolio:</a:t>
            </a:r>
            <a:r>
              <a:rPr lang="en-IN" dirty="0"/>
              <a:t> The business currently has </a:t>
            </a:r>
            <a:r>
              <a:rPr lang="en-IN" b="1" dirty="0">
                <a:solidFill>
                  <a:srgbClr val="336699"/>
                </a:solidFill>
              </a:rPr>
              <a:t>4 products</a:t>
            </a:r>
            <a:r>
              <a:rPr lang="en-IN" dirty="0"/>
              <a:t>, providing a relatively small product range for customers.</a:t>
            </a:r>
          </a:p>
          <a:p>
            <a:endParaRPr lang="en-IN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Conversion Prediction:</a:t>
            </a:r>
            <a:r>
              <a:rPr lang="en-IN" dirty="0"/>
              <a:t> The Logistic Regression model achieved </a:t>
            </a:r>
            <a:r>
              <a:rPr lang="en-IN" b="1" dirty="0">
                <a:solidFill>
                  <a:srgbClr val="336699"/>
                </a:solidFill>
              </a:rPr>
              <a:t>85.46% recall, 8.74% precision and 61.08% ROC-AUC</a:t>
            </a:r>
            <a:r>
              <a:rPr lang="en-IN" dirty="0"/>
              <a:t>, showing stronger identification of potential converters than precise classification.</a:t>
            </a:r>
          </a:p>
          <a:p>
            <a:endParaRPr lang="en-IN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Order Value Prediction:</a:t>
            </a:r>
            <a:r>
              <a:rPr lang="en-IN" dirty="0"/>
              <a:t> The Linear Regression model achieved </a:t>
            </a:r>
            <a:r>
              <a:rPr lang="en-IN" b="1" dirty="0">
                <a:solidFill>
                  <a:srgbClr val="336699"/>
                </a:solidFill>
              </a:rPr>
              <a:t>91.05% R²</a:t>
            </a:r>
            <a:r>
              <a:rPr lang="en-IN" dirty="0"/>
              <a:t>, with </a:t>
            </a:r>
            <a:r>
              <a:rPr lang="en-IN" b="1" dirty="0">
                <a:solidFill>
                  <a:srgbClr val="336699"/>
                </a:solidFill>
              </a:rPr>
              <a:t>$2.59 MAE</a:t>
            </a:r>
            <a:r>
              <a:rPr lang="en-IN" dirty="0"/>
              <a:t> and </a:t>
            </a:r>
            <a:r>
              <a:rPr lang="en-IN" b="1" dirty="0">
                <a:solidFill>
                  <a:srgbClr val="336699"/>
                </a:solidFill>
              </a:rPr>
              <a:t>$5.30 RMSE</a:t>
            </a:r>
            <a:r>
              <a:rPr lang="en-IN" dirty="0"/>
              <a:t>, indicating a strong relationship between predicted and actual order values.</a:t>
            </a:r>
            <a:endParaRPr lang="en-IN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192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B06BE-C5DE-56C9-54DA-A3B3BF7ED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D724A8-8FF7-EF00-8556-015C16E852DB}"/>
              </a:ext>
            </a:extLst>
          </p:cNvPr>
          <p:cNvSpPr txBox="1"/>
          <p:nvPr/>
        </p:nvSpPr>
        <p:spPr>
          <a:xfrm>
            <a:off x="519525" y="418236"/>
            <a:ext cx="6923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IN" dirty="0"/>
              <a:t>Recommendations: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4C34E-83E3-3486-8F25-96B3EC7C8883}"/>
              </a:ext>
            </a:extLst>
          </p:cNvPr>
          <p:cNvSpPr txBox="1"/>
          <p:nvPr/>
        </p:nvSpPr>
        <p:spPr>
          <a:xfrm>
            <a:off x="519525" y="1572322"/>
            <a:ext cx="1046442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Improve Mobile Experience:</a:t>
            </a:r>
            <a:r>
              <a:rPr lang="en-IN" dirty="0"/>
              <a:t> Optimize mobile navigation and checkout to increase the </a:t>
            </a:r>
            <a:r>
              <a:rPr lang="en-IN" b="1" dirty="0">
                <a:solidFill>
                  <a:srgbClr val="336699"/>
                </a:solidFill>
              </a:rPr>
              <a:t>3.09% conversion rate</a:t>
            </a:r>
            <a:r>
              <a:rPr lang="en-IN" dirty="0">
                <a:solidFill>
                  <a:srgbClr val="336699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Expand Product Portfolio:</a:t>
            </a:r>
            <a:r>
              <a:rPr lang="en-IN" dirty="0"/>
              <a:t> Introduce new products and variants to increase customer choice and create additional revenue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Boost Repeat Purchases:</a:t>
            </a:r>
            <a:r>
              <a:rPr lang="en-IN" dirty="0"/>
              <a:t> Use personalized offers and recommendations for repeat visitors.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Focus on High-Performing Marketing:</a:t>
            </a:r>
            <a:r>
              <a:rPr lang="en-IN" dirty="0"/>
              <a:t> Reallocate marketing efforts toward sources and campaigns generating stronger </a:t>
            </a:r>
            <a:r>
              <a:rPr lang="en-IN" b="1" dirty="0">
                <a:solidFill>
                  <a:srgbClr val="336699"/>
                </a:solidFill>
              </a:rPr>
              <a:t>conversion and revenue</a:t>
            </a:r>
            <a:r>
              <a:rPr lang="en-IN" dirty="0"/>
              <a:t>.</a:t>
            </a:r>
            <a:endParaRPr lang="en-IN" dirty="0">
              <a:solidFill>
                <a:srgbClr val="33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800" dirty="0">
              <a:solidFill>
                <a:srgbClr val="33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Influencer Partnerships:</a:t>
            </a:r>
            <a:r>
              <a:rPr lang="en-IN" dirty="0"/>
              <a:t> Collaborate with relevant creators to expand brand reach, attract new customers, and drive sales growth.</a:t>
            </a:r>
          </a:p>
          <a:p>
            <a:endParaRPr lang="en-IN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Increase Average Order Value:</a:t>
            </a:r>
            <a:r>
              <a:rPr lang="en-IN" dirty="0"/>
              <a:t> Introduce bundles and multi-product offers to encourage customers to purchase more items per order.</a:t>
            </a:r>
            <a:endParaRPr lang="en-IN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276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95B36-2B92-9540-D797-CE45BB1F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78E064-EDD6-18DB-6451-EAFD8C7A28B8}"/>
              </a:ext>
            </a:extLst>
          </p:cNvPr>
          <p:cNvSpPr txBox="1"/>
          <p:nvPr/>
        </p:nvSpPr>
        <p:spPr>
          <a:xfrm>
            <a:off x="3542370" y="2547151"/>
            <a:ext cx="51072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i="1" dirty="0">
                <a:solidFill>
                  <a:srgbClr val="33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4D514F-4013-3304-AD6D-00FDE7E22DAF}"/>
              </a:ext>
            </a:extLst>
          </p:cNvPr>
          <p:cNvSpPr txBox="1"/>
          <p:nvPr/>
        </p:nvSpPr>
        <p:spPr>
          <a:xfrm>
            <a:off x="6512312" y="3655478"/>
            <a:ext cx="1806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-Ekta Grewal</a:t>
            </a:r>
          </a:p>
        </p:txBody>
      </p:sp>
    </p:spTree>
    <p:extLst>
      <p:ext uri="{BB962C8B-B14F-4D97-AF65-F5344CB8AC3E}">
        <p14:creationId xmlns:p14="http://schemas.microsoft.com/office/powerpoint/2010/main" val="808453243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17424</TotalTime>
  <Words>1447</Words>
  <Application>Microsoft Office PowerPoint</Application>
  <PresentationFormat>Widescreen</PresentationFormat>
  <Paragraphs>301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 Display</vt:lpstr>
      <vt:lpstr>Arial</vt:lpstr>
      <vt:lpstr>Calibri</vt:lpstr>
      <vt:lpstr>Open Sans</vt:lpstr>
      <vt:lpstr>PT Sans Narrow</vt:lpstr>
      <vt:lpstr>Raleway</vt:lpstr>
      <vt:lpstr>Tropic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ekta grewal</cp:lastModifiedBy>
  <cp:revision>594</cp:revision>
  <dcterms:created xsi:type="dcterms:W3CDTF">2025-04-04T02:52:34Z</dcterms:created>
  <dcterms:modified xsi:type="dcterms:W3CDTF">2026-09-22T08:33:17Z</dcterms:modified>
</cp:coreProperties>
</file>